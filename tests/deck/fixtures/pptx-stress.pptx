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ics" id="{11111111-1111-1111-1111-111111111111}">
          <p14:sldIdLst>
            <p14:sldId id="256"/>
            <p14:sldId id="257"/>
            <p14:sldId id="258"/>
            <p14:sldId id="259"/>
            <p14:sldId id="260"/>
            <p14:sldId id="261"/>
            <p14:sldId id="262"/>
          </p14:sldIdLst>
        </p14:section>
        <p14:section name="More" id="{22222222-2222-2222-2222-222222222222}">
          <p14:sldIdLst>
            <p14:sldId id="263"/>
            <p14:sldId id="264"/>
            <p14:sldId id="265"/>
            <p14:sldId id="266"/>
            <p14:sldId id="267"/>
            <p14:sldId id="268"/>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COLUMN_CLUSTERED</a:t>
            </a:r>
          </a:p>
        </c:rich>
      </c:tx>
      <c:layout/>
      <c:overlay val="0"/>
    </c:title>
    <c:autoTitleDeleted val="0"/>
    <c:plotArea>
      <c:barChart>
        <c:barDir val="col"/>
        <c:grouping val="clustered"/>
        <c:ser>
          <c:idx val="0"/>
          <c:order val="0"/>
          <c:tx>
            <c:strRef>
              <c:f>Sheet1!$B$1</c:f>
              <c:strCache>
                <c:ptCount val="1"/>
                <c:pt idx="0">
                  <c:v>Amiga</c:v>
                </c:pt>
              </c:strCache>
            </c:strRef>
          </c:tx>
          <c:cat>
            <c:strRef>
              <c:f>Sheet1!$A$2:$A$5</c:f>
              <c:strCache>
                <c:ptCount val="4"/>
                <c:pt idx="0">
                  <c:v>Q1</c:v>
                </c:pt>
                <c:pt idx="1">
                  <c:v>Q2</c:v>
                </c:pt>
                <c:pt idx="2">
                  <c:v>Q3</c:v>
                </c:pt>
                <c:pt idx="3">
                  <c:v>Q4</c:v>
                </c:pt>
              </c:strCache>
            </c:strRef>
          </c:cat>
          <c:val>
            <c:numRef>
              <c:f>Sheet1!$B$2:$B$5</c:f>
              <c:numCache>
                <c:formatCode>General</c:formatCode>
                <c:ptCount val="4"/>
                <c:pt idx="0">
                  <c:v>12.5</c:v>
                </c:pt>
                <c:pt idx="1">
                  <c:v>15.2</c:v>
                </c:pt>
                <c:pt idx="2">
                  <c:v>9.8</c:v>
                </c:pt>
                <c:pt idx="3">
                  <c:v>18.1</c:v>
                </c:pt>
              </c:numCache>
            </c:numRef>
          </c:val>
        </c:ser>
        <c:ser>
          <c:idx val="1"/>
          <c:order val="1"/>
          <c:tx>
            <c:strRef>
              <c:f>Sheet1!$C$1</c:f>
              <c:strCache>
                <c:ptCount val="1"/>
                <c:pt idx="0">
                  <c:v>Atari</c:v>
                </c:pt>
              </c:strCache>
            </c:strRef>
          </c:tx>
          <c:cat>
            <c:strRef>
              <c:f>Sheet1!$A$2:$A$5</c:f>
              <c:strCache>
                <c:ptCount val="4"/>
                <c:pt idx="0">
                  <c:v>Q1</c:v>
                </c:pt>
                <c:pt idx="1">
                  <c:v>Q2</c:v>
                </c:pt>
                <c:pt idx="2">
                  <c:v>Q3</c:v>
                </c:pt>
                <c:pt idx="3">
                  <c:v>Q4</c:v>
                </c:pt>
              </c:strCache>
            </c:strRef>
          </c:cat>
          <c:val>
            <c:numRef>
              <c:f>Sheet1!$C$2:$C$5</c:f>
              <c:numCache>
                <c:formatCode>General</c:formatCode>
                <c:ptCount val="4"/>
                <c:pt idx="0">
                  <c:v>8.1</c:v>
                </c:pt>
                <c:pt idx="1">
                  <c:v>9.4</c:v>
                </c:pt>
                <c:pt idx="2">
                  <c:v>12.0</c:v>
                </c:pt>
                <c:pt idx="3">
                  <c:v>7.3</c:v>
                </c:pt>
              </c:numCache>
            </c:numRef>
          </c:val>
        </c:ser>
        <c:ser>
          <c:idx val="2"/>
          <c:order val="2"/>
          <c:tx>
            <c:strRef>
              <c:f>Sheet1!$D$1</c:f>
              <c:strCache>
                <c:ptCount val="1"/>
                <c:pt idx="0">
                  <c:v>PC</c:v>
                </c:pt>
              </c:strCache>
            </c:strRef>
          </c:tx>
          <c:cat>
            <c:strRef>
              <c:f>Sheet1!$A$2:$A$5</c:f>
              <c:strCache>
                <c:ptCount val="4"/>
                <c:pt idx="0">
                  <c:v>Q1</c:v>
                </c:pt>
                <c:pt idx="1">
                  <c:v>Q2</c:v>
                </c:pt>
                <c:pt idx="2">
                  <c:v>Q3</c:v>
                </c:pt>
                <c:pt idx="3">
                  <c:v>Q4</c:v>
                </c:pt>
              </c:strCache>
            </c:strRef>
          </c:cat>
          <c:val>
            <c:numRef>
              <c:f>Sheet1!$D$2:$D$5</c:f>
              <c:numCache>
                <c:formatCode>General</c:formatCode>
                <c:ptCount val="4"/>
                <c:pt idx="0">
                  <c:v>30</c:v>
                </c:pt>
                <c:pt idx="1">
                  <c:v>28</c:v>
                </c:pt>
                <c:pt idx="2">
                  <c:v>35</c:v>
                </c:pt>
                <c:pt idx="3">
                  <c:v>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BAR_STACKED</a:t>
            </a:r>
          </a:p>
        </c:rich>
      </c:tx>
      <c:layout/>
      <c:overlay val="0"/>
    </c:title>
    <c:autoTitleDeleted val="0"/>
    <c:plotArea>
      <c:barChart>
        <c:barDir val="bar"/>
        <c:grouping val="stacked"/>
        <c:ser>
          <c:idx val="0"/>
          <c:order val="0"/>
          <c:tx>
            <c:strRef>
              <c:f>Sheet1!$B$1</c:f>
              <c:strCache>
                <c:ptCount val="1"/>
                <c:pt idx="0">
                  <c:v>Amiga</c:v>
                </c:pt>
              </c:strCache>
            </c:strRef>
          </c:tx>
          <c:cat>
            <c:strRef>
              <c:f>Sheet1!$A$2:$A$5</c:f>
              <c:strCache>
                <c:ptCount val="4"/>
                <c:pt idx="0">
                  <c:v>Q1</c:v>
                </c:pt>
                <c:pt idx="1">
                  <c:v>Q2</c:v>
                </c:pt>
                <c:pt idx="2">
                  <c:v>Q3</c:v>
                </c:pt>
                <c:pt idx="3">
                  <c:v>Q4</c:v>
                </c:pt>
              </c:strCache>
            </c:strRef>
          </c:cat>
          <c:val>
            <c:numRef>
              <c:f>Sheet1!$B$2:$B$5</c:f>
              <c:numCache>
                <c:formatCode>General</c:formatCode>
                <c:ptCount val="4"/>
                <c:pt idx="0">
                  <c:v>12.5</c:v>
                </c:pt>
                <c:pt idx="1">
                  <c:v>15.2</c:v>
                </c:pt>
                <c:pt idx="2">
                  <c:v>9.8</c:v>
                </c:pt>
                <c:pt idx="3">
                  <c:v>18.1</c:v>
                </c:pt>
              </c:numCache>
            </c:numRef>
          </c:val>
        </c:ser>
        <c:ser>
          <c:idx val="1"/>
          <c:order val="1"/>
          <c:tx>
            <c:strRef>
              <c:f>Sheet1!$C$1</c:f>
              <c:strCache>
                <c:ptCount val="1"/>
                <c:pt idx="0">
                  <c:v>Atari</c:v>
                </c:pt>
              </c:strCache>
            </c:strRef>
          </c:tx>
          <c:cat>
            <c:strRef>
              <c:f>Sheet1!$A$2:$A$5</c:f>
              <c:strCache>
                <c:ptCount val="4"/>
                <c:pt idx="0">
                  <c:v>Q1</c:v>
                </c:pt>
                <c:pt idx="1">
                  <c:v>Q2</c:v>
                </c:pt>
                <c:pt idx="2">
                  <c:v>Q3</c:v>
                </c:pt>
                <c:pt idx="3">
                  <c:v>Q4</c:v>
                </c:pt>
              </c:strCache>
            </c:strRef>
          </c:cat>
          <c:val>
            <c:numRef>
              <c:f>Sheet1!$C$2:$C$5</c:f>
              <c:numCache>
                <c:formatCode>General</c:formatCode>
                <c:ptCount val="4"/>
                <c:pt idx="0">
                  <c:v>8.1</c:v>
                </c:pt>
                <c:pt idx="1">
                  <c:v>9.4</c:v>
                </c:pt>
                <c:pt idx="2">
                  <c:v>12.0</c:v>
                </c:pt>
                <c:pt idx="3">
                  <c:v>7.3</c:v>
                </c:pt>
              </c:numCache>
            </c:numRef>
          </c:val>
        </c:ser>
        <c:ser>
          <c:idx val="2"/>
          <c:order val="2"/>
          <c:tx>
            <c:strRef>
              <c:f>Sheet1!$D$1</c:f>
              <c:strCache>
                <c:ptCount val="1"/>
                <c:pt idx="0">
                  <c:v>PC</c:v>
                </c:pt>
              </c:strCache>
            </c:strRef>
          </c:tx>
          <c:cat>
            <c:strRef>
              <c:f>Sheet1!$A$2:$A$5</c:f>
              <c:strCache>
                <c:ptCount val="4"/>
                <c:pt idx="0">
                  <c:v>Q1</c:v>
                </c:pt>
                <c:pt idx="1">
                  <c:v>Q2</c:v>
                </c:pt>
                <c:pt idx="2">
                  <c:v>Q3</c:v>
                </c:pt>
                <c:pt idx="3">
                  <c:v>Q4</c:v>
                </c:pt>
              </c:strCache>
            </c:strRef>
          </c:cat>
          <c:val>
            <c:numRef>
              <c:f>Sheet1!$D$2:$D$5</c:f>
              <c:numCache>
                <c:formatCode>General</c:formatCode>
                <c:ptCount val="4"/>
                <c:pt idx="0">
                  <c:v>30</c:v>
                </c:pt>
                <c:pt idx="1">
                  <c:v>28</c:v>
                </c:pt>
                <c:pt idx="2">
                  <c:v>35</c:v>
                </c:pt>
                <c:pt idx="3">
                  <c:v>40</c:v>
                </c:pt>
              </c:numCache>
            </c:numRef>
          </c:val>
        </c:ser>
        <c:overlap val="10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LINE_MARKERS</a:t>
            </a:r>
          </a:p>
        </c:rich>
      </c:tx>
      <c:layout/>
      <c:overlay val="0"/>
    </c:title>
    <c:autoTitleDeleted val="0"/>
    <c:plotArea>
      <c:lineChart>
        <c:grouping val="standard"/>
        <c:varyColors val="0"/>
        <c:ser>
          <c:idx val="0"/>
          <c:order val="0"/>
          <c:tx>
            <c:strRef>
              <c:f>Sheet1!$B$1</c:f>
              <c:strCache>
                <c:ptCount val="1"/>
                <c:pt idx="0">
                  <c:v>Amiga</c:v>
                </c:pt>
              </c:strCache>
            </c:strRef>
          </c:tx>
          <c:cat>
            <c:strRef>
              <c:f>Sheet1!$A$2:$A$5</c:f>
              <c:strCache>
                <c:ptCount val="4"/>
                <c:pt idx="0">
                  <c:v>Q1</c:v>
                </c:pt>
                <c:pt idx="1">
                  <c:v>Q2</c:v>
                </c:pt>
                <c:pt idx="2">
                  <c:v>Q3</c:v>
                </c:pt>
                <c:pt idx="3">
                  <c:v>Q4</c:v>
                </c:pt>
              </c:strCache>
            </c:strRef>
          </c:cat>
          <c:val>
            <c:numRef>
              <c:f>Sheet1!$B$2:$B$5</c:f>
              <c:numCache>
                <c:formatCode>General</c:formatCode>
                <c:ptCount val="4"/>
                <c:pt idx="0">
                  <c:v>12.5</c:v>
                </c:pt>
                <c:pt idx="1">
                  <c:v>15.2</c:v>
                </c:pt>
                <c:pt idx="2">
                  <c:v>9.8</c:v>
                </c:pt>
                <c:pt idx="3">
                  <c:v>18.1</c:v>
                </c:pt>
              </c:numCache>
            </c:numRef>
          </c:val>
          <c:smooth val="0"/>
        </c:ser>
        <c:ser>
          <c:idx val="1"/>
          <c:order val="1"/>
          <c:tx>
            <c:strRef>
              <c:f>Sheet1!$C$1</c:f>
              <c:strCache>
                <c:ptCount val="1"/>
                <c:pt idx="0">
                  <c:v>Atari</c:v>
                </c:pt>
              </c:strCache>
            </c:strRef>
          </c:tx>
          <c:cat>
            <c:strRef>
              <c:f>Sheet1!$A$2:$A$5</c:f>
              <c:strCache>
                <c:ptCount val="4"/>
                <c:pt idx="0">
                  <c:v>Q1</c:v>
                </c:pt>
                <c:pt idx="1">
                  <c:v>Q2</c:v>
                </c:pt>
                <c:pt idx="2">
                  <c:v>Q3</c:v>
                </c:pt>
                <c:pt idx="3">
                  <c:v>Q4</c:v>
                </c:pt>
              </c:strCache>
            </c:strRef>
          </c:cat>
          <c:val>
            <c:numRef>
              <c:f>Sheet1!$C$2:$C$5</c:f>
              <c:numCache>
                <c:formatCode>General</c:formatCode>
                <c:ptCount val="4"/>
                <c:pt idx="0">
                  <c:v>8.1</c:v>
                </c:pt>
                <c:pt idx="1">
                  <c:v>9.4</c:v>
                </c:pt>
                <c:pt idx="2">
                  <c:v>12.0</c:v>
                </c:pt>
                <c:pt idx="3">
                  <c:v>7.3</c:v>
                </c:pt>
              </c:numCache>
            </c:numRef>
          </c:val>
          <c:smooth val="0"/>
        </c:ser>
        <c:ser>
          <c:idx val="2"/>
          <c:order val="2"/>
          <c:tx>
            <c:strRef>
              <c:f>Sheet1!$D$1</c:f>
              <c:strCache>
                <c:ptCount val="1"/>
                <c:pt idx="0">
                  <c:v>PC</c:v>
                </c:pt>
              </c:strCache>
            </c:strRef>
          </c:tx>
          <c:cat>
            <c:strRef>
              <c:f>Sheet1!$A$2:$A$5</c:f>
              <c:strCache>
                <c:ptCount val="4"/>
                <c:pt idx="0">
                  <c:v>Q1</c:v>
                </c:pt>
                <c:pt idx="1">
                  <c:v>Q2</c:v>
                </c:pt>
                <c:pt idx="2">
                  <c:v>Q3</c:v>
                </c:pt>
                <c:pt idx="3">
                  <c:v>Q4</c:v>
                </c:pt>
              </c:strCache>
            </c:strRef>
          </c:cat>
          <c:val>
            <c:numRef>
              <c:f>Sheet1!$D$2:$D$5</c:f>
              <c:numCache>
                <c:formatCode>General</c:formatCode>
                <c:ptCount val="4"/>
                <c:pt idx="0">
                  <c:v>30</c:v>
                </c:pt>
                <c:pt idx="1">
                  <c:v>28</c:v>
                </c:pt>
                <c:pt idx="2">
                  <c:v>35</c:v>
                </c:pt>
                <c:pt idx="3">
                  <c:v>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t>AREA</a:t>
            </a:r>
          </a:p>
        </c:rich>
      </c:tx>
      <c:layout/>
      <c:overlay val="0"/>
    </c:title>
    <c:autoTitleDeleted val="0"/>
    <c:plotArea>
      <c:layout/>
      <c:areaChart>
        <c:grouping val="standard"/>
        <c:varyColors val="0"/>
        <c:ser>
          <c:idx val="0"/>
          <c:order val="0"/>
          <c:tx>
            <c:strRef>
              <c:f>Sheet1!$B$1</c:f>
              <c:strCache>
                <c:ptCount val="1"/>
                <c:pt idx="0">
                  <c:v>Amiga</c:v>
                </c:pt>
              </c:strCache>
            </c:strRef>
          </c:tx>
          <c:cat>
            <c:strRef>
              <c:f>Sheet1!$A$2:$A$5</c:f>
              <c:strCache>
                <c:ptCount val="4"/>
                <c:pt idx="0">
                  <c:v>Q1</c:v>
                </c:pt>
                <c:pt idx="1">
                  <c:v>Q2</c:v>
                </c:pt>
                <c:pt idx="2">
                  <c:v>Q3</c:v>
                </c:pt>
                <c:pt idx="3">
                  <c:v>Q4</c:v>
                </c:pt>
              </c:strCache>
            </c:strRef>
          </c:cat>
          <c:val>
            <c:numRef>
              <c:f>Sheet1!$B$2:$B$5</c:f>
              <c:numCache>
                <c:formatCode>General</c:formatCode>
                <c:ptCount val="4"/>
                <c:pt idx="0">
                  <c:v>12.5</c:v>
                </c:pt>
                <c:pt idx="1">
                  <c:v>15.2</c:v>
                </c:pt>
                <c:pt idx="2">
                  <c:v>9.8</c:v>
                </c:pt>
                <c:pt idx="3">
                  <c:v>18.1</c:v>
                </c:pt>
              </c:numCache>
            </c:numRef>
          </c:val>
        </c:ser>
        <c:ser>
          <c:idx val="1"/>
          <c:order val="1"/>
          <c:tx>
            <c:strRef>
              <c:f>Sheet1!$C$1</c:f>
              <c:strCache>
                <c:ptCount val="1"/>
                <c:pt idx="0">
                  <c:v>Atari</c:v>
                </c:pt>
              </c:strCache>
            </c:strRef>
          </c:tx>
          <c:cat>
            <c:strRef>
              <c:f>Sheet1!$A$2:$A$5</c:f>
              <c:strCache>
                <c:ptCount val="4"/>
                <c:pt idx="0">
                  <c:v>Q1</c:v>
                </c:pt>
                <c:pt idx="1">
                  <c:v>Q2</c:v>
                </c:pt>
                <c:pt idx="2">
                  <c:v>Q3</c:v>
                </c:pt>
                <c:pt idx="3">
                  <c:v>Q4</c:v>
                </c:pt>
              </c:strCache>
            </c:strRef>
          </c:cat>
          <c:val>
            <c:numRef>
              <c:f>Sheet1!$C$2:$C$5</c:f>
              <c:numCache>
                <c:formatCode>General</c:formatCode>
                <c:ptCount val="4"/>
                <c:pt idx="0">
                  <c:v>8.1</c:v>
                </c:pt>
                <c:pt idx="1">
                  <c:v>9.4</c:v>
                </c:pt>
                <c:pt idx="2">
                  <c:v>12.0</c:v>
                </c:pt>
                <c:pt idx="3">
                  <c:v>7.3</c:v>
                </c:pt>
              </c:numCache>
            </c:numRef>
          </c:val>
        </c:ser>
        <c:ser>
          <c:idx val="2"/>
          <c:order val="2"/>
          <c:tx>
            <c:strRef>
              <c:f>Sheet1!$D$1</c:f>
              <c:strCache>
                <c:ptCount val="1"/>
                <c:pt idx="0">
                  <c:v>PC</c:v>
                </c:pt>
              </c:strCache>
            </c:strRef>
          </c:tx>
          <c:cat>
            <c:strRef>
              <c:f>Sheet1!$A$2:$A$5</c:f>
              <c:strCache>
                <c:ptCount val="4"/>
                <c:pt idx="0">
                  <c:v>Q1</c:v>
                </c:pt>
                <c:pt idx="1">
                  <c:v>Q2</c:v>
                </c:pt>
                <c:pt idx="2">
                  <c:v>Q3</c:v>
                </c:pt>
                <c:pt idx="3">
                  <c:v>Q4</c:v>
                </c:pt>
              </c:strCache>
            </c:strRef>
          </c:cat>
          <c:val>
            <c:numRef>
              <c:f>Sheet1!$D$2:$D$5</c:f>
              <c:numCache>
                <c:formatCode>General</c:formatCode>
                <c:ptCount val="4"/>
                <c:pt idx="0">
                  <c:v>30</c:v>
                </c:pt>
                <c:pt idx="1">
                  <c:v>28</c:v>
                </c:pt>
                <c:pt idx="2">
                  <c:v>35</c:v>
                </c:pt>
                <c:pt idx="3">
                  <c:v>40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b"/>
      <c:layout/>
      <c:overlay val="0"/>
    </c:legend>
    <c:plotVisOnly val="1"/>
    <c:dispBlanksAs val="zero"/>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c:v>
                </c:pt>
              </c:strCache>
            </c:strRef>
          </c:tx>
          <c:dPt>
            <c:idx val="1"/>
            <c:spPr>
              <a:solidFill>
                <a:srgbClr val="C00000"/>
              </a:solidFill>
            </c:spPr>
          </c:dPt>
          <c:cat>
            <c:strRef>
              <c:f>Sheet1!$A$2:$A$6</c:f>
              <c:strCache>
                <c:ptCount val="5"/>
                <c:pt idx="0">
                  <c:v>Write</c:v>
                </c:pt>
                <c:pt idx="1">
                  <c:v>Calc</c:v>
                </c:pt>
                <c:pt idx="2">
                  <c:v>Pub</c:v>
                </c:pt>
                <c:pt idx="3">
                  <c:v>Present</c:v>
                </c:pt>
                <c:pt idx="4">
                  <c:v>Base</c:v>
                </c:pt>
              </c:strCache>
            </c:strRef>
          </c:cat>
          <c:val>
            <c:numRef>
              <c:f>Sheet1!$B$2:$B$6</c:f>
              <c:numCache>
                <c:formatCode>General</c:formatCode>
                <c:ptCount val="5"/>
                <c:pt idx="0">
                  <c:v>35</c:v>
                </c:pt>
                <c:pt idx="1">
                  <c:v>30</c:v>
                </c:pt>
                <c:pt idx="2">
                  <c:v>10</c:v>
                </c:pt>
                <c:pt idx="3">
                  <c:v>15</c:v>
                </c:pt>
                <c:pt idx="4">
                  <c:v>10</c:v>
                </c:pt>
              </c:numCache>
            </c:numRef>
          </c:val>
        </c:ser>
        <c:dLbls>
          <c:numFmt formatCode="0&quot;%&quot;" sourceLinked="0"/>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Share</c:v>
                </c:pt>
              </c:strCache>
            </c:strRef>
          </c:tx>
          <c:cat>
            <c:strRef>
              <c:f>Sheet1!$A$2:$A$6</c:f>
              <c:strCache>
                <c:ptCount val="5"/>
                <c:pt idx="0">
                  <c:v>Write</c:v>
                </c:pt>
                <c:pt idx="1">
                  <c:v>Calc</c:v>
                </c:pt>
                <c:pt idx="2">
                  <c:v>Pub</c:v>
                </c:pt>
                <c:pt idx="3">
                  <c:v>Present</c:v>
                </c:pt>
                <c:pt idx="4">
                  <c:v>Base</c:v>
                </c:pt>
              </c:strCache>
            </c:strRef>
          </c:cat>
          <c:val>
            <c:numRef>
              <c:f>Sheet1!$B$2:$B$6</c:f>
              <c:numCache>
                <c:formatCode>General</c:formatCode>
                <c:ptCount val="5"/>
                <c:pt idx="0">
                  <c:v>35</c:v>
                </c:pt>
                <c:pt idx="1">
                  <c:v>30</c:v>
                </c:pt>
                <c:pt idx="2">
                  <c:v>10</c:v>
                </c:pt>
                <c:pt idx="3">
                  <c:v>15</c:v>
                </c:pt>
                <c:pt idx="4">
                  <c:v>10</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txPr>
    <a:bodyPr/>
    <a:lstStyle/>
    <a:p>
      <a:pPr>
        <a:defRPr sz="1800"/>
      </a:pPr>
      <a:endParaR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chart>
    <c:plotArea>
      <c:scatterChart>
        <c:scatterStyle val="smoothMarker"/>
        <c:varyColors val="0"/>
        <c:ser>
          <c:idx val="0"/>
          <c:order val="0"/>
          <c:tx>
            <c:strRef>
              <c:f>Sheet1!$B$1</c:f>
              <c:strCache>
                <c:ptCount val="1"/>
                <c:pt idx="0">
                  <c:v>MHz vs speed</c:v>
                </c:pt>
              </c:strCache>
            </c:strRef>
          </c:tx>
          <c:marker>
            <c:symbol val="diamond"/>
          </c:marker>
          <c:xVal>
            <c:numRef>
              <c:f>Sheet1!$A$2:$A$7</c:f>
              <c:numCache>
                <c:formatCode>General</c:formatCode>
                <c:ptCount val="6"/>
                <c:pt idx="0">
                  <c:v>7</c:v>
                </c:pt>
                <c:pt idx="1">
                  <c:v>14</c:v>
                </c:pt>
                <c:pt idx="2">
                  <c:v>25</c:v>
                </c:pt>
                <c:pt idx="3">
                  <c:v>33</c:v>
                </c:pt>
                <c:pt idx="4">
                  <c:v>40</c:v>
                </c:pt>
                <c:pt idx="5">
                  <c:v>50</c:v>
                </c:pt>
              </c:numCache>
            </c:numRef>
          </c:xVal>
          <c:yVal>
            <c:numRef>
              <c:f>Sheet1!$B$2:$B$7</c:f>
              <c:numCache>
                <c:formatCode>General</c:formatCode>
                <c:ptCount val="6"/>
                <c:pt idx="0">
                  <c:v>0.6</c:v>
                </c:pt>
                <c:pt idx="1">
                  <c:v>1.2</c:v>
                </c:pt>
                <c:pt idx="2">
                  <c:v>3.1</c:v>
                </c:pt>
                <c:pt idx="3">
                  <c:v>4.8</c:v>
                </c:pt>
                <c:pt idx="4">
                  <c:v>6.0</c:v>
                </c:pt>
                <c:pt idx="5">
                  <c:v>9.5</c:v>
                </c:pt>
              </c:numCache>
            </c:numRef>
          </c:yVal>
          <c:smooth val="0"/>
        </c:ser>
        <c:axId val="-2128940872"/>
        <c:axId val="-2129643912"/>
      </c:scatterChart>
      <c:valAx>
        <c:axId val="-2128940872"/>
        <c:scaling>
          <c:orientation val="minMax"/>
        </c:scaling>
        <c:delete val="0"/>
        <c:axPos val="b"/>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crossAx val="-2128940872"/>
        <c:crosses val="autoZero"/>
        <c:crossBetween val="midCat"/>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Visits</c:v>
                </c:pt>
              </c:strCache>
            </c:strRef>
          </c:tx>
          <c:cat>
            <c:strRef>
              <c:f>Sheet1!$A$2:$A$6</c:f>
              <c:strCache>
                <c:ptCount val="5"/>
                <c:pt idx="0">
                  <c:v>Mon</c:v>
                </c:pt>
                <c:pt idx="1">
                  <c:v>Tue</c:v>
                </c:pt>
                <c:pt idx="2">
                  <c:v>Wed</c:v>
                </c:pt>
                <c:pt idx="3">
                  <c:v>Thu</c:v>
                </c:pt>
                <c:pt idx="4">
                  <c:v>Fri</c:v>
                </c:pt>
              </c:strCache>
            </c:strRef>
          </c:cat>
          <c:val>
            <c:numRef>
              <c:f>Sheet1!$B$2:$B$6</c:f>
              <c:numCache>
                <c:formatCode>General</c:formatCode>
                <c:ptCount val="5"/>
                <c:pt idx="0">
                  <c:v>40</c:v>
                </c:pt>
                <c:pt idx="1">
                  <c:v>55</c:v>
                </c:pt>
                <c:pt idx="2">
                  <c:v>47</c:v>
                </c:pt>
                <c:pt idx="3">
                  <c:v>62</c:v>
                </c:pt>
                <c:pt idx="4">
                  <c:v>58</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numFmt formatCode="£#,##0" sourceLinked="0"/>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on the title slide. A second line with → arrows and “smart quotes”.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Long notes.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xample.org/openpresentation" TargetMode="External"/><Relationship Id="rId3" Type="http://schemas.openxmlformats.org/officeDocument/2006/relationships/slide" Target="slide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OpenPresentation stress deck</a:t>
            </a:r>
          </a:p>
        </p:txBody>
      </p:sp>
      <p:sp>
        <p:nvSpPr>
          <p:cNvPr id="3" name="Subtitle 2"/>
          <p:cNvSpPr>
            <a:spLocks noGrp="1"/>
          </p:cNvSpPr>
          <p:nvPr>
            <p:ph type="subTitle" idx="1"/>
          </p:nvPr>
        </p:nvSpPr>
        <p:spPr/>
        <p:txBody>
          <a:bodyPr/>
          <a:lstStyle/>
          <a:p>
            <a:r>
              <a:t>Every feature PowerPoint writes — transitions, animations, charts, tables, groups → all in one file</a:t>
            </a:r>
          </a:p>
        </p:txBody>
      </p:sp>
      <p:sp>
        <p:nvSpPr>
          <p:cNvPr id="15" name="TextBox 14"/>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a:t>
            </a:fld>
          </a:p>
        </p:txBody>
      </p:sp>
    </p:spTree>
  </p:cSld>
  <p:clrMapOvr>
    <a:masterClrMapping/>
  </p:clrMapOvr>
  <p:transition spd="slow" advClick="1" advTm="8000">
    <p:fade thruBlk="1"/>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nodeType="click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700"/>
                                        <p:tgtEl>
                                          <p:spTgt spid="2"/>
                                        </p:tgtEl>
                                      </p:cBhvr>
                                    </p:animEffect>
                                  </p:childTnLst>
                                </p:cTn>
                              </p:par>
                            </p:childTnLst>
                          </p:cTn>
                        </p:par>
                      </p:childTnLst>
                    </p:cTn>
                  </p:par>
                  <p:par>
                    <p:cTn id="12" fill="hold">
                      <p:stCondLst>
                        <p:cond delay="0"/>
                      </p:stCondLst>
                      <p:childTnLst>
                        <p:par>
                          <p:cTn id="13" fill="hold">
                            <p:stCondLst>
                              <p:cond delay="0"/>
                            </p:stCondLst>
                            <p:childTnLst>
                              <p:par>
                                <p:cTn id="14" presetID="2" presetClass="entr" presetSubtype="8"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0-#ppt_w/2"/>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Text: levels, bullets, numbering, caps, spacing, autofit</a:t>
            </a:r>
          </a:p>
        </p:txBody>
      </p:sp>
      <p:sp>
        <p:nvSpPr>
          <p:cNvPr id="3" name="Content Placeholder 2"/>
          <p:cNvSpPr>
            <a:spLocks noGrp="1"/>
          </p:cNvSpPr>
          <p:nvPr>
            <p:ph idx="1"/>
          </p:nvPr>
        </p:nvSpPr>
        <p:spPr/>
        <p:txBody>
          <a:bodyPr>
            <a:normAutofit fontScale="85000" lnSpcReduction="10000"/>
          </a:bodyPr>
          <a:lstStyle/>
          <a:p>
            <a:pPr>
              <a:buFont typeface="Arial"/>
              <a:buChar char="→"/>
            </a:pPr>
            <a:r>
              <a:rPr/>
              <a:t>Level 1 bullet with a long line that has to wrap across the width of the placeholder more than once to test line breaking</a:t>
            </a:r>
          </a:p>
          <a:p>
            <a:pPr lvl="1"/>
            <a:r>
              <a:rPr b="1"/>
              <a:t>bold </a:t>
            </a:r>
            <a:r>
              <a:rPr i="1"/>
              <a:t>italic </a:t>
            </a:r>
            <a:r>
              <a:rPr u="dbl"/>
              <a:t>underline </a:t>
            </a:r>
            <a:r>
              <a:rPr strike="sngStrike"/>
              <a:t>strike </a:t>
            </a:r>
            <a:r>
              <a:rPr/>
              <a:t>x</a:t>
            </a:r>
            <a:r>
              <a:rPr baseline="30000"/>
              <a:t>2</a:t>
            </a:r>
            <a:r>
              <a:rPr/>
              <a:t> H</a:t>
            </a:r>
            <a:r>
              <a:rPr baseline="-25000"/>
              <a:t>2</a:t>
            </a:r>
            <a:r>
              <a:rPr/>
              <a:t>O</a:t>
            </a:r>
          </a:p>
          <a:p>
            <a:pPr lvl="2"/>
            <a:r>
              <a:rPr cap="small"/>
              <a:t>Small caps label </a:t>
            </a:r>
            <a:r>
              <a:rPr cap="all" spc="300" sz="1100"/>
              <a:t>all caps spaced</a:t>
            </a:r>
          </a:p>
          <a:p>
            <a:pPr lvl="3"/>
            <a:r>
              <a:rPr sz="900"/>
              <a:t>Level 4 at 9 pt with </a:t>
            </a:r>
            <a:r>
              <a:rPr sz="900">
                <a:hlinkClick r:id="rId2"/>
              </a:rPr>
              <a:t>a hyperlink</a:t>
            </a:r>
            <a:r>
              <a:rPr sz="900"/>
              <a:t> and </a:t>
            </a:r>
            <a:r>
              <a:rPr sz="900">
                <a:hlinkClick r:id="rId3" action="ppaction://hlinksldjump"/>
              </a:rPr>
              <a:t>a jump to slide 5</a:t>
            </a:r>
          </a:p>
          <a:p>
            <a:pPr lvl="4"/>
            <a:r>
              <a:rPr sz="700"/>
              <a:t>Level 5 at 7 pt: tiny text should stay readable or at least keep its spaces</a:t>
            </a:r>
          </a:p>
          <a:p>
            <a:pPr>
              <a:buAutoNum type="arabicPeriod"/>
            </a:pPr>
            <a:r>
              <a:rPr/>
              <a:t>Numbered 1.</a:t>
            </a:r>
          </a:p>
          <a:p>
            <a:pPr>
              <a:buAutoNum type="arabicPeriod"/>
            </a:pPr>
            <a:r>
              <a:rPr/>
              <a:t>Numbered 2.</a:t>
            </a:r>
          </a:p>
          <a:p>
            <a:pPr>
              <a:buFont typeface="Arial"/>
              <a:buChar char="→"/>
            </a:pPr>
            <a:r>
              <a:rPr/>
              <a:t>Custom bullets → ✓ • ■</a:t>
            </a:r>
          </a:p>
        </p:txBody>
      </p:sp>
      <p:sp>
        <p:nvSpPr>
          <p:cNvPr id="4" name="TextBox 3"/>
          <p:cNvSpPr txBox="1"/>
          <p:nvPr/>
        </p:nvSpPr>
        <p:spPr>
          <a:xfrm rot="900000">
            <a:off x="9692640" y="1463040"/>
            <a:ext cx="2194560" cy="548640"/>
          </a:xfrm>
          <a:prstGeom prst="rect">
            <a:avLst/>
          </a:prstGeom>
          <a:noFill/>
        </p:spPr>
        <p:txBody>
          <a:bodyPr wrap="none">
            <a:spAutoFit/>
          </a:bodyPr>
          <a:lstStyle/>
          <a:p>
            <a:r>
              <a:t>Rotated 15°</a:t>
            </a:r>
          </a:p>
        </p:txBody>
      </p:sp>
      <p:sp>
        <p:nvSpPr>
          <p:cNvPr id="5" name="TextBox 4"/>
          <p:cNvSpPr txBox="1"/>
          <p:nvPr/>
        </p:nvSpPr>
        <p:spPr>
          <a:xfrm>
            <a:off x="11521440" y="2194560"/>
            <a:ext cx="548640" cy="3474720"/>
          </a:xfrm>
          <a:prstGeom prst="rect">
            <a:avLst/>
          </a:prstGeom>
          <a:noFill/>
        </p:spPr>
        <p:txBody>
          <a:bodyPr wrap="none" vert="vert270">
            <a:spAutoFit/>
          </a:bodyPr>
          <a:lstStyle/>
          <a:p>
            <a:r>
              <a:t>Vertical text 270</a:t>
            </a:r>
          </a:p>
        </p:txBody>
      </p:sp>
      <p:sp>
        <p:nvSpPr>
          <p:cNvPr id="9" name="TextBox 8"/>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2</a:t>
            </a:fld>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Shapes: presets, gradients, alpha, shadows, outlines, rotation, flips</a:t>
            </a:r>
          </a:p>
        </p:txBody>
      </p:sp>
      <p:sp>
        <p:nvSpPr>
          <p:cNvPr id="3" name="Rectangle 2"/>
          <p:cNvSpPr/>
          <p:nvPr/>
        </p:nvSpPr>
        <p:spPr>
          <a:xfrm>
            <a:off x="365760" y="1371600"/>
            <a:ext cx="1188720" cy="1051560"/>
          </a:xfrm>
          <a:prstGeom prst="rect">
            <a:avLst/>
          </a:prstGeom>
          <a:gradFill rotWithShape="1">
            <a:gsLst>
              <a:gs pos="0">
                <a:srgbClr val="1F4E79"/>
              </a:gs>
              <a:gs pos="100000">
                <a:srgbClr val="9DC3E6"/>
              </a:gs>
            </a:gsLst>
            <a:lin scaled="0" ang="18900000"/>
          </a:gradFill>
          <a:ln w="127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1</a:t>
            </a:r>
          </a:p>
        </p:txBody>
      </p:sp>
      <p:sp>
        <p:nvSpPr>
          <p:cNvPr id="4" name="Rounded Rectangle 3"/>
          <p:cNvSpPr/>
          <p:nvPr/>
        </p:nvSpPr>
        <p:spPr>
          <a:xfrm>
            <a:off x="1828800" y="1371600"/>
            <a:ext cx="1188720" cy="1051560"/>
          </a:xfrm>
          <a:prstGeom prst="roundRect">
            <a:avLst/>
          </a:prstGeom>
          <a:solidFill>
            <a:srgbClr val="C0392B">
              <a:alpha val="55000"/>
            </a:srgbClr>
          </a:solidFill>
          <a:ln w="254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a:t>
            </a:r>
          </a:p>
        </p:txBody>
      </p:sp>
      <p:sp>
        <p:nvSpPr>
          <p:cNvPr id="5" name="Oval 4"/>
          <p:cNvSpPr/>
          <p:nvPr/>
        </p:nvSpPr>
        <p:spPr>
          <a:xfrm>
            <a:off x="3291840" y="1371600"/>
            <a:ext cx="1188720" cy="1051560"/>
          </a:xfrm>
          <a:prstGeom prst="ellipse">
            <a:avLst/>
          </a:prstGeom>
          <a:pattFill/>
          <a:ln w="38100">
            <a:solidFill>
              <a:srgbClr val="333333"/>
            </a:solidFill>
          </a:ln>
          <a:effectLst>
            <a:outerShdw blurRad="50800" dist="38100" dir="270000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t>3</a:t>
            </a:r>
          </a:p>
        </p:txBody>
      </p:sp>
      <p:sp>
        <p:nvSpPr>
          <p:cNvPr id="6" name="Isosceles Triangle 5"/>
          <p:cNvSpPr/>
          <p:nvPr/>
        </p:nvSpPr>
        <p:spPr>
          <a:xfrm flipH="1">
            <a:off x="4754880" y="1371600"/>
            <a:ext cx="1188720" cy="1051560"/>
          </a:xfrm>
          <a:prstGeom prst="triangle">
            <a:avLst/>
          </a:prstGeom>
          <a:noFill/>
          <a:ln w="508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4</a:t>
            </a:r>
          </a:p>
        </p:txBody>
      </p:sp>
      <p:sp>
        <p:nvSpPr>
          <p:cNvPr id="7" name="Right Triangle 6"/>
          <p:cNvSpPr/>
          <p:nvPr/>
        </p:nvSpPr>
        <p:spPr>
          <a:xfrm>
            <a:off x="6217920" y="1371600"/>
            <a:ext cx="1188720" cy="1051560"/>
          </a:xfrm>
          <a:prstGeom prst="rtTriangle">
            <a:avLst/>
          </a:prstGeom>
          <a:gradFill rotWithShape="1">
            <a:gsLst>
              <a:gs pos="0">
                <a:srgbClr val="1F4E79"/>
              </a:gs>
              <a:gs pos="100000">
                <a:srgbClr val="9DC3E6"/>
              </a:gs>
            </a:gsLst>
            <a:lin scaled="0" ang="18900000"/>
          </a:gradFill>
          <a:ln w="635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5</a:t>
            </a:r>
          </a:p>
        </p:txBody>
      </p:sp>
      <p:sp>
        <p:nvSpPr>
          <p:cNvPr id="8" name="Diamond 7"/>
          <p:cNvSpPr/>
          <p:nvPr/>
        </p:nvSpPr>
        <p:spPr>
          <a:xfrm rot="6000000">
            <a:off x="7680960" y="1371600"/>
            <a:ext cx="1188720" cy="1051560"/>
          </a:xfrm>
          <a:prstGeom prst="diamond">
            <a:avLst/>
          </a:prstGeom>
          <a:solidFill>
            <a:srgbClr val="C0392B">
              <a:alpha val="55000"/>
            </a:srgbClr>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6</a:t>
            </a:r>
          </a:p>
        </p:txBody>
      </p:sp>
      <p:sp>
        <p:nvSpPr>
          <p:cNvPr id="9" name="Pentagon 8"/>
          <p:cNvSpPr/>
          <p:nvPr/>
        </p:nvSpPr>
        <p:spPr>
          <a:xfrm>
            <a:off x="9144000" y="1371600"/>
            <a:ext cx="1188720" cy="1051560"/>
          </a:xfrm>
          <a:prstGeom prst="homePlate">
            <a:avLst/>
          </a:prstGeom>
          <a:pattFill/>
          <a:ln w="254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7</a:t>
            </a:r>
          </a:p>
        </p:txBody>
      </p:sp>
      <p:sp>
        <p:nvSpPr>
          <p:cNvPr id="10" name="Hexagon 9"/>
          <p:cNvSpPr/>
          <p:nvPr/>
        </p:nvSpPr>
        <p:spPr>
          <a:xfrm>
            <a:off x="10607040" y="1371600"/>
            <a:ext cx="1188720" cy="1051560"/>
          </a:xfrm>
          <a:prstGeom prst="hexagon">
            <a:avLst/>
          </a:prstGeom>
          <a:noFill/>
          <a:ln w="381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8</a:t>
            </a:r>
          </a:p>
        </p:txBody>
      </p:sp>
      <p:sp>
        <p:nvSpPr>
          <p:cNvPr id="11" name="Octagon 10"/>
          <p:cNvSpPr/>
          <p:nvPr/>
        </p:nvSpPr>
        <p:spPr>
          <a:xfrm>
            <a:off x="365760" y="2697480"/>
            <a:ext cx="1188720" cy="1051560"/>
          </a:xfrm>
          <a:prstGeom prst="octagon">
            <a:avLst/>
          </a:prstGeom>
          <a:gradFill rotWithShape="1">
            <a:gsLst>
              <a:gs pos="0">
                <a:srgbClr val="1F4E79"/>
              </a:gs>
              <a:gs pos="100000">
                <a:srgbClr val="9DC3E6"/>
              </a:gs>
            </a:gsLst>
            <a:lin scaled="0" ang="18900000"/>
          </a:gradFill>
          <a:ln w="50800">
            <a:solidFill>
              <a:srgbClr val="333333"/>
            </a:solidFill>
          </a:ln>
          <a:effectLst>
            <a:outerShdw blurRad="50800" dist="38100" dir="270000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t>9</a:t>
            </a:r>
          </a:p>
        </p:txBody>
      </p:sp>
      <p:sp>
        <p:nvSpPr>
          <p:cNvPr id="12" name="5-Point Star 11"/>
          <p:cNvSpPr/>
          <p:nvPr/>
        </p:nvSpPr>
        <p:spPr>
          <a:xfrm>
            <a:off x="1828800" y="2697480"/>
            <a:ext cx="1188720" cy="1051560"/>
          </a:xfrm>
          <a:prstGeom prst="star5">
            <a:avLst/>
          </a:prstGeom>
          <a:solidFill>
            <a:srgbClr val="C0392B">
              <a:alpha val="55000"/>
            </a:srgbClr>
          </a:solidFill>
          <a:ln w="635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10</a:t>
            </a:r>
          </a:p>
        </p:txBody>
      </p:sp>
      <p:sp>
        <p:nvSpPr>
          <p:cNvPr id="13" name="24-Point Star 12"/>
          <p:cNvSpPr/>
          <p:nvPr/>
        </p:nvSpPr>
        <p:spPr>
          <a:xfrm rot="1200000" flipH="1">
            <a:off x="3291840" y="2697480"/>
            <a:ext cx="1188720" cy="1051560"/>
          </a:xfrm>
          <a:prstGeom prst="star24">
            <a:avLst/>
          </a:prstGeom>
          <a:patt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11</a:t>
            </a:r>
          </a:p>
        </p:txBody>
      </p:sp>
      <p:sp>
        <p:nvSpPr>
          <p:cNvPr id="14" name="Right Arrow 13"/>
          <p:cNvSpPr/>
          <p:nvPr/>
        </p:nvSpPr>
        <p:spPr>
          <a:xfrm>
            <a:off x="4754880" y="2697480"/>
            <a:ext cx="1188720" cy="1051560"/>
          </a:xfrm>
          <a:prstGeom prst="rightArrow">
            <a:avLst/>
          </a:prstGeom>
          <a:noFill/>
          <a:ln w="254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12</a:t>
            </a:r>
          </a:p>
        </p:txBody>
      </p:sp>
      <p:sp>
        <p:nvSpPr>
          <p:cNvPr id="15" name="Left-Right Arrow 14"/>
          <p:cNvSpPr/>
          <p:nvPr/>
        </p:nvSpPr>
        <p:spPr>
          <a:xfrm>
            <a:off x="6217920" y="2697480"/>
            <a:ext cx="1188720" cy="1051560"/>
          </a:xfrm>
          <a:prstGeom prst="leftRightArrow">
            <a:avLst/>
          </a:prstGeom>
          <a:gradFill rotWithShape="1">
            <a:gsLst>
              <a:gs pos="0">
                <a:srgbClr val="1F4E79"/>
              </a:gs>
              <a:gs pos="100000">
                <a:srgbClr val="9DC3E6"/>
              </a:gs>
            </a:gsLst>
            <a:lin scaled="0" ang="18900000"/>
          </a:gradFill>
          <a:ln w="381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13</a:t>
            </a:r>
          </a:p>
        </p:txBody>
      </p:sp>
      <p:sp>
        <p:nvSpPr>
          <p:cNvPr id="16" name="Chevron 15"/>
          <p:cNvSpPr/>
          <p:nvPr/>
        </p:nvSpPr>
        <p:spPr>
          <a:xfrm>
            <a:off x="7680960" y="2697480"/>
            <a:ext cx="1188720" cy="1051560"/>
          </a:xfrm>
          <a:prstGeom prst="chevron">
            <a:avLst/>
          </a:prstGeom>
          <a:solidFill>
            <a:srgbClr val="C0392B">
              <a:alpha val="55000"/>
            </a:srgbClr>
          </a:solidFill>
          <a:ln w="508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14</a:t>
            </a:r>
          </a:p>
        </p:txBody>
      </p:sp>
      <p:sp>
        <p:nvSpPr>
          <p:cNvPr id="17" name="Heart 16"/>
          <p:cNvSpPr/>
          <p:nvPr/>
        </p:nvSpPr>
        <p:spPr>
          <a:xfrm>
            <a:off x="9144000" y="2697480"/>
            <a:ext cx="1188720" cy="1051560"/>
          </a:xfrm>
          <a:prstGeom prst="heart">
            <a:avLst/>
          </a:prstGeom>
          <a:pattFill/>
          <a:ln w="63500">
            <a:solidFill>
              <a:srgbClr val="333333"/>
            </a:solidFill>
          </a:ln>
          <a:effectLst>
            <a:outerShdw blurRad="50800" dist="38100" dir="270000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t>15</a:t>
            </a:r>
          </a:p>
        </p:txBody>
      </p:sp>
      <p:sp>
        <p:nvSpPr>
          <p:cNvPr id="18" name="Lightning Bolt 17"/>
          <p:cNvSpPr/>
          <p:nvPr/>
        </p:nvSpPr>
        <p:spPr>
          <a:xfrm rot="7200000">
            <a:off x="10607040" y="2697480"/>
            <a:ext cx="1188720" cy="1051560"/>
          </a:xfrm>
          <a:prstGeom prst="lightningBolt">
            <a:avLst/>
          </a:prstGeom>
          <a:noFill/>
          <a:ln w="127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16</a:t>
            </a:r>
          </a:p>
        </p:txBody>
      </p:sp>
      <p:sp>
        <p:nvSpPr>
          <p:cNvPr id="19" name="Moon 18"/>
          <p:cNvSpPr/>
          <p:nvPr/>
        </p:nvSpPr>
        <p:spPr>
          <a:xfrm>
            <a:off x="365760" y="4023360"/>
            <a:ext cx="1188720" cy="1051560"/>
          </a:xfrm>
          <a:prstGeom prst="moon">
            <a:avLst/>
          </a:prstGeom>
          <a:gradFill rotWithShape="1">
            <a:gsLst>
              <a:gs pos="0">
                <a:srgbClr val="1F4E79"/>
              </a:gs>
              <a:gs pos="100000">
                <a:srgbClr val="9DC3E6"/>
              </a:gs>
            </a:gsLst>
            <a:lin scaled="0" ang="18900000"/>
          </a:gradFill>
          <a:ln w="254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17</a:t>
            </a:r>
          </a:p>
        </p:txBody>
      </p:sp>
      <p:sp>
        <p:nvSpPr>
          <p:cNvPr id="20" name="Cloud 19"/>
          <p:cNvSpPr/>
          <p:nvPr/>
        </p:nvSpPr>
        <p:spPr>
          <a:xfrm flipH="1">
            <a:off x="1828800" y="4023360"/>
            <a:ext cx="1188720" cy="1051560"/>
          </a:xfrm>
          <a:prstGeom prst="cloud">
            <a:avLst/>
          </a:prstGeom>
          <a:solidFill>
            <a:srgbClr val="C0392B">
              <a:alpha val="55000"/>
            </a:srgbClr>
          </a:solidFill>
          <a:ln w="381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18</a:t>
            </a:r>
          </a:p>
        </p:txBody>
      </p:sp>
      <p:sp>
        <p:nvSpPr>
          <p:cNvPr id="21" name="Donut 20"/>
          <p:cNvSpPr/>
          <p:nvPr/>
        </p:nvSpPr>
        <p:spPr>
          <a:xfrm>
            <a:off x="3291840" y="4023360"/>
            <a:ext cx="1188720" cy="1051560"/>
          </a:xfrm>
          <a:prstGeom prst="donut">
            <a:avLst/>
          </a:prstGeom>
          <a:pattFill/>
          <a:ln w="508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19</a:t>
            </a:r>
          </a:p>
        </p:txBody>
      </p:sp>
      <p:sp>
        <p:nvSpPr>
          <p:cNvPr id="22" name="Block Arc 21"/>
          <p:cNvSpPr/>
          <p:nvPr/>
        </p:nvSpPr>
        <p:spPr>
          <a:xfrm>
            <a:off x="4754880" y="4023360"/>
            <a:ext cx="1188720" cy="1051560"/>
          </a:xfrm>
          <a:prstGeom prst="blockArc">
            <a:avLst/>
          </a:prstGeom>
          <a:noFill/>
          <a:ln w="635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20</a:t>
            </a:r>
          </a:p>
        </p:txBody>
      </p:sp>
      <p:sp>
        <p:nvSpPr>
          <p:cNvPr id="23" name="Can 22"/>
          <p:cNvSpPr/>
          <p:nvPr/>
        </p:nvSpPr>
        <p:spPr>
          <a:xfrm rot="2400000">
            <a:off x="6217920" y="4023360"/>
            <a:ext cx="1188720" cy="1051560"/>
          </a:xfrm>
          <a:prstGeom prst="can">
            <a:avLst/>
          </a:prstGeom>
          <a:gradFill rotWithShape="1">
            <a:gsLst>
              <a:gs pos="0">
                <a:srgbClr val="1F4E79"/>
              </a:gs>
              <a:gs pos="100000">
                <a:srgbClr val="9DC3E6"/>
              </a:gs>
            </a:gsLst>
            <a:lin scaled="0" ang="18900000"/>
          </a:gradFill>
          <a:ln w="12700">
            <a:solidFill>
              <a:srgbClr val="333333"/>
            </a:solidFill>
          </a:ln>
          <a:effectLst>
            <a:outerShdw blurRad="50800" dist="38100" dir="270000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t>21</a:t>
            </a:r>
          </a:p>
        </p:txBody>
      </p:sp>
      <p:sp>
        <p:nvSpPr>
          <p:cNvPr id="24" name="Cube 23"/>
          <p:cNvSpPr/>
          <p:nvPr/>
        </p:nvSpPr>
        <p:spPr>
          <a:xfrm>
            <a:off x="7680960" y="4023360"/>
            <a:ext cx="1188720" cy="1051560"/>
          </a:xfrm>
          <a:prstGeom prst="cube">
            <a:avLst/>
          </a:prstGeom>
          <a:solidFill>
            <a:srgbClr val="C0392B">
              <a:alpha val="55000"/>
            </a:srgbClr>
          </a:solidFill>
          <a:ln w="254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22</a:t>
            </a:r>
          </a:p>
        </p:txBody>
      </p:sp>
      <p:sp>
        <p:nvSpPr>
          <p:cNvPr id="25" name="Decision 24"/>
          <p:cNvSpPr/>
          <p:nvPr/>
        </p:nvSpPr>
        <p:spPr>
          <a:xfrm>
            <a:off x="9144000" y="4023360"/>
            <a:ext cx="1188720" cy="1051560"/>
          </a:xfrm>
          <a:prstGeom prst="flowChartDecision">
            <a:avLst/>
          </a:prstGeom>
          <a:pattFill/>
          <a:ln w="381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23</a:t>
            </a:r>
          </a:p>
        </p:txBody>
      </p:sp>
      <p:sp>
        <p:nvSpPr>
          <p:cNvPr id="26" name="Document 25"/>
          <p:cNvSpPr/>
          <p:nvPr/>
        </p:nvSpPr>
        <p:spPr>
          <a:xfrm>
            <a:off x="10607040" y="4023360"/>
            <a:ext cx="1188720" cy="1051560"/>
          </a:xfrm>
          <a:prstGeom prst="flowChartDocument">
            <a:avLst/>
          </a:prstGeom>
          <a:noFill/>
          <a:ln w="508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24</a:t>
            </a:r>
          </a:p>
        </p:txBody>
      </p:sp>
      <p:sp>
        <p:nvSpPr>
          <p:cNvPr id="27" name="Rectangular Callout 26"/>
          <p:cNvSpPr/>
          <p:nvPr/>
        </p:nvSpPr>
        <p:spPr>
          <a:xfrm flipH="1">
            <a:off x="365760" y="5349240"/>
            <a:ext cx="1188720" cy="1051560"/>
          </a:xfrm>
          <a:prstGeom prst="wedgeRectCallout">
            <a:avLst/>
          </a:prstGeom>
          <a:gradFill rotWithShape="1">
            <a:gsLst>
              <a:gs pos="0">
                <a:srgbClr val="1F4E79"/>
              </a:gs>
              <a:gs pos="100000">
                <a:srgbClr val="9DC3E6"/>
              </a:gs>
            </a:gsLst>
            <a:lin scaled="0" ang="18900000"/>
          </a:gradFill>
          <a:ln w="635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25</a:t>
            </a:r>
          </a:p>
        </p:txBody>
      </p:sp>
      <p:sp>
        <p:nvSpPr>
          <p:cNvPr id="28" name="Cloud Callout 27"/>
          <p:cNvSpPr/>
          <p:nvPr/>
        </p:nvSpPr>
        <p:spPr>
          <a:xfrm rot="8400000">
            <a:off x="1828800" y="5349240"/>
            <a:ext cx="1188720" cy="1051560"/>
          </a:xfrm>
          <a:prstGeom prst="cloudCallout">
            <a:avLst/>
          </a:prstGeom>
          <a:solidFill>
            <a:srgbClr val="C0392B">
              <a:alpha val="55000"/>
            </a:srgbClr>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26</a:t>
            </a:r>
          </a:p>
        </p:txBody>
      </p:sp>
      <p:sp>
        <p:nvSpPr>
          <p:cNvPr id="29" name="Wave 28"/>
          <p:cNvSpPr/>
          <p:nvPr/>
        </p:nvSpPr>
        <p:spPr>
          <a:xfrm>
            <a:off x="3291840" y="5349240"/>
            <a:ext cx="1188720" cy="1051560"/>
          </a:xfrm>
          <a:prstGeom prst="wave">
            <a:avLst/>
          </a:prstGeom>
          <a:pattFill/>
          <a:ln w="25400">
            <a:solidFill>
              <a:srgbClr val="333333"/>
            </a:solidFill>
          </a:ln>
          <a:effectLst>
            <a:outerShdw blurRad="50800" dist="38100" dir="270000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r>
              <a:t>27</a:t>
            </a:r>
          </a:p>
        </p:txBody>
      </p:sp>
      <p:sp>
        <p:nvSpPr>
          <p:cNvPr id="30" name="Smiley Face 29"/>
          <p:cNvSpPr/>
          <p:nvPr/>
        </p:nvSpPr>
        <p:spPr>
          <a:xfrm>
            <a:off x="4754880" y="5349240"/>
            <a:ext cx="1188720" cy="1051560"/>
          </a:xfrm>
          <a:prstGeom prst="smileyFace">
            <a:avLst/>
          </a:prstGeom>
          <a:noFill/>
          <a:ln w="381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28</a:t>
            </a:r>
          </a:p>
        </p:txBody>
      </p:sp>
      <p:sp>
        <p:nvSpPr>
          <p:cNvPr id="31" name="Sun 30"/>
          <p:cNvSpPr/>
          <p:nvPr/>
        </p:nvSpPr>
        <p:spPr>
          <a:xfrm>
            <a:off x="6217920" y="5349240"/>
            <a:ext cx="1188720" cy="1051560"/>
          </a:xfrm>
          <a:prstGeom prst="sun">
            <a:avLst/>
          </a:prstGeom>
          <a:gradFill rotWithShape="1">
            <a:gsLst>
              <a:gs pos="0">
                <a:srgbClr val="1F4E79"/>
              </a:gs>
              <a:gs pos="100000">
                <a:srgbClr val="9DC3E6"/>
              </a:gs>
            </a:gsLst>
            <a:lin scaled="0" ang="18900000"/>
          </a:gradFill>
          <a:ln w="508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29</a:t>
            </a:r>
          </a:p>
        </p:txBody>
      </p:sp>
      <p:sp>
        <p:nvSpPr>
          <p:cNvPr id="32" name="Gear 6 31"/>
          <p:cNvSpPr/>
          <p:nvPr/>
        </p:nvSpPr>
        <p:spPr>
          <a:xfrm>
            <a:off x="7680960" y="5349240"/>
            <a:ext cx="1188720" cy="1051560"/>
          </a:xfrm>
          <a:prstGeom prst="gear6">
            <a:avLst/>
          </a:prstGeom>
          <a:solidFill>
            <a:srgbClr val="C0392B">
              <a:alpha val="55000"/>
            </a:srgbClr>
          </a:solidFill>
          <a:ln w="635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30</a:t>
            </a:r>
          </a:p>
        </p:txBody>
      </p:sp>
      <p:sp>
        <p:nvSpPr>
          <p:cNvPr id="33" name="Plaque 32"/>
          <p:cNvSpPr/>
          <p:nvPr/>
        </p:nvSpPr>
        <p:spPr>
          <a:xfrm rot="3600000">
            <a:off x="9144000" y="5349240"/>
            <a:ext cx="1188720" cy="1051560"/>
          </a:xfrm>
          <a:prstGeom prst="plaque">
            <a:avLst/>
          </a:prstGeom>
          <a:pattFill/>
          <a:ln w="12700">
            <a:solidFill>
              <a:srgbClr val="33333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31</a:t>
            </a:r>
          </a:p>
        </p:txBody>
      </p:sp>
      <p:sp>
        <p:nvSpPr>
          <p:cNvPr id="34" name="Frame 33"/>
          <p:cNvSpPr/>
          <p:nvPr/>
        </p:nvSpPr>
        <p:spPr>
          <a:xfrm flipH="1">
            <a:off x="10607040" y="5349240"/>
            <a:ext cx="1188720" cy="1051560"/>
          </a:xfrm>
          <a:prstGeom prst="frame">
            <a:avLst/>
          </a:prstGeom>
          <a:noFill/>
          <a:ln w="254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r>
              <a:t>32</a:t>
            </a:r>
          </a:p>
        </p:txBody>
      </p:sp>
      <p:cxnSp>
        <p:nvCxnSpPr>
          <p:cNvPr id="35" name="Connector 34"/>
          <p:cNvCxnSpPr/>
          <p:nvPr/>
        </p:nvCxnSpPr>
        <p:spPr>
          <a:xfrm flipV="1">
            <a:off x="457200" y="6126480"/>
            <a:ext cx="3657600" cy="365760"/>
          </a:xfrm>
          <a:prstGeom prst="line">
            <a:avLst/>
          </a:prstGeom>
          <a:ln w="25400">
            <a:headEnd type="triangle"/>
            <a:tailEnd type="ova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572000" y="6126480"/>
            <a:ext cx="2743200" cy="4572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772400" y="6126480"/>
            <a:ext cx="3657600" cy="4572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3</a:t>
            </a:fld>
          </a:p>
        </p:txBody>
      </p:sp>
    </p:spTree>
  </p:cSld>
  <p:clrMapOvr>
    <a:masterClrMapping/>
  </p:clrMapOvr>
  <p:transition spd="fast">
    <p:wipe dir="r"/>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8" presetClass="emph" presetSubtype="0" fill="hold" nodeType="clickEffect">
                                  <p:stCondLst>
                                    <p:cond delay="0"/>
                                  </p:stCondLst>
                                  <p:childTnLst>
                                    <p:animRot by="21600000">
                                      <p:cBhvr>
                                        <p:cTn id="3" dur="2000" fill="hold"/>
                                        <p:tgtEl>
                                          <p:spTgt spid="12"/>
                                        </p:tgtEl>
                                        <p:attrNameLst>
                                          <p:attrName>r</p:attrName>
                                        </p:attrNameLst>
                                      </p:cBhvr>
                                    </p:animRot>
                                  </p:childTnLst>
                                </p:cTn>
                              </p:par>
                            </p:childTnLst>
                          </p:cTn>
                        </p:par>
                      </p:childTnLst>
                    </p:cTn>
                  </p:par>
                  <p:par>
                    <p:cTn id="12" fill="hold">
                      <p:stCondLst>
                        <p:cond delay="0"/>
                      </p:stCondLst>
                      <p:childTnLst>
                        <p:par>
                          <p:cTn id="13" fill="hold">
                            <p:stCondLst>
                              <p:cond delay="0"/>
                            </p:stCondLst>
                            <p:childTnLst>
                              <p:par>
                                <p:cTn id="14" presetID="26" presetClass="emph" presetSubtype="0" fill="hold" nodeType="withEffect">
                                  <p:stCondLst>
                                    <p:cond delay="0"/>
                                  </p:stCondLst>
                                  <p:childTnLst>
                                    <p:animScale>
                                      <p:cBhvr>
                                        <p:cTn id="9" dur="600" autoRev="1" fill="hold"/>
                                        <p:tgtEl>
                                          <p:spTgt spid="17"/>
                                        </p:tgtEl>
                                      </p:cBhvr>
                                      <p:by x="110000" y="110000"/>
                                    </p:animScale>
                                  </p:childTnLst>
                                </p:cTn>
                              </p:par>
                            </p:childTnLst>
                          </p:cTn>
                        </p:par>
                      </p:childTnLst>
                    </p:cTn>
                  </p:par>
                  <p:par>
                    <p:cTn id="18" fill="hold">
                      <p:stCondLst>
                        <p:cond delay="0"/>
                      </p:stCondLst>
                      <p:childTnLst>
                        <p:par>
                          <p:cTn id="19" fill="hold">
                            <p:stCondLst>
                              <p:cond delay="0"/>
                            </p:stCondLst>
                            <p:childTnLst>
                              <p:par>
                                <p:cTn id="20" presetID="19" presetClass="emph" presetSubtype="0" fill="hold" nodeType="afterEffect">
                                  <p:stCondLst>
                                    <p:cond delay="0"/>
                                  </p:stCondLst>
                                  <p:childTnLst>
                                    <p:animClr clrSpc="rgb" dir="cw">
                                      <p:cBhvr>
                                        <p:cTn id="15" dur="1000" fill="hold"/>
                                        <p:tgtEl>
                                          <p:spTgt spid="5"/>
                                        </p:tgtEl>
                                        <p:attrNameLst>
                                          <p:attrName>fillcolor</p:attrName>
                                        </p:attrNameLst>
                                      </p:cBhvr>
                                      <p:to>
                                        <a:srgbClr val="FF88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Groups inside groups, a freeform, text anchors</a:t>
            </a:r>
          </a:p>
        </p:txBody>
      </p:sp>
      <p:grpSp>
        <p:nvGrpSpPr>
          <p:cNvPr id="3" name="Group 2"/>
          <p:cNvGrpSpPr/>
          <p:nvPr/>
        </p:nvGrpSpPr>
        <p:grpSpPr>
          <a:xfrm>
            <a:off x="548640" y="1463040"/>
            <a:ext cx="5577840" cy="2560320"/>
            <a:chOff x="548640" y="1463040"/>
            <a:chExt cx="5577840" cy="2560320"/>
          </a:xfrm>
        </p:grpSpPr>
        <p:grpSp>
          <p:nvGrpSpPr>
            <p:cNvPr id="4" name="Group 3"/>
            <p:cNvGrpSpPr/>
            <p:nvPr/>
          </p:nvGrpSpPr>
          <p:grpSpPr>
            <a:xfrm>
              <a:off x="548640" y="1463040"/>
              <a:ext cx="1737360" cy="2560320"/>
              <a:chOff x="548640" y="1463040"/>
              <a:chExt cx="1737360" cy="2560320"/>
            </a:xfrm>
          </p:grpSpPr>
          <p:sp>
            <p:nvSpPr>
              <p:cNvPr id="5" name="Rounded Rectangle 4"/>
              <p:cNvSpPr/>
              <p:nvPr/>
            </p:nvSpPr>
            <p:spPr>
              <a:xfrm>
                <a:off x="548640" y="1463040"/>
                <a:ext cx="1737360" cy="731520"/>
              </a:xfrm>
              <a:prstGeom prst="roundRect">
                <a:avLst/>
              </a:prstGeom>
              <a:solidFill>
                <a:srgbClr val="2E868B"/>
              </a:solidFill>
            </p:spPr>
            <p:style>
              <a:lnRef idx="1">
                <a:schemeClr val="accent1"/>
              </a:lnRef>
              <a:fillRef idx="3">
                <a:schemeClr val="accent1"/>
              </a:fillRef>
              <a:effectRef idx="2">
                <a:schemeClr val="accent1"/>
              </a:effectRef>
              <a:fontRef idx="minor">
                <a:schemeClr val="lt1"/>
              </a:fontRef>
            </p:style>
            <p:txBody>
              <a:bodyPr rtlCol="0" anchor="t"/>
              <a:lstStyle/>
              <a:p>
                <a:r>
                  <a:t>group 0.0</a:t>
                </a:r>
              </a:p>
            </p:txBody>
          </p:sp>
          <p:sp>
            <p:nvSpPr>
              <p:cNvPr id="6" name="Rounded Rectangle 5"/>
              <p:cNvSpPr/>
              <p:nvPr/>
            </p:nvSpPr>
            <p:spPr>
              <a:xfrm>
                <a:off x="548640" y="2377440"/>
                <a:ext cx="1737360" cy="731520"/>
              </a:xfrm>
              <a:prstGeom prst="roundRect">
                <a:avLst/>
              </a:prstGeom>
              <a:solidFill>
                <a:srgbClr val="2E86A9"/>
              </a:solidFill>
            </p:spPr>
            <p:style>
              <a:lnRef idx="1">
                <a:schemeClr val="accent1"/>
              </a:lnRef>
              <a:fillRef idx="3">
                <a:schemeClr val="accent1"/>
              </a:fillRef>
              <a:effectRef idx="2">
                <a:schemeClr val="accent1"/>
              </a:effectRef>
              <a:fontRef idx="minor">
                <a:schemeClr val="lt1"/>
              </a:fontRef>
            </p:style>
            <p:txBody>
              <a:bodyPr rtlCol="0" anchor="ctr"/>
              <a:lstStyle/>
              <a:p>
                <a:r>
                  <a:t>group 0.1</a:t>
                </a:r>
              </a:p>
            </p:txBody>
          </p:sp>
          <p:sp>
            <p:nvSpPr>
              <p:cNvPr id="7" name="Rounded Rectangle 6"/>
              <p:cNvSpPr/>
              <p:nvPr/>
            </p:nvSpPr>
            <p:spPr>
              <a:xfrm>
                <a:off x="548640" y="3291840"/>
                <a:ext cx="1737360" cy="731520"/>
              </a:xfrm>
              <a:prstGeom prst="roundRect">
                <a:avLst/>
              </a:prstGeom>
              <a:solidFill>
                <a:srgbClr val="2E86C7"/>
              </a:solidFill>
            </p:spPr>
            <p:style>
              <a:lnRef idx="1">
                <a:schemeClr val="accent1"/>
              </a:lnRef>
              <a:fillRef idx="3">
                <a:schemeClr val="accent1"/>
              </a:fillRef>
              <a:effectRef idx="2">
                <a:schemeClr val="accent1"/>
              </a:effectRef>
              <a:fontRef idx="minor">
                <a:schemeClr val="lt1"/>
              </a:fontRef>
            </p:style>
            <p:txBody>
              <a:bodyPr rtlCol="0" anchor="b"/>
              <a:lstStyle/>
              <a:p>
                <a:r>
                  <a:t>group 0.2</a:t>
                </a:r>
              </a:p>
            </p:txBody>
          </p:sp>
        </p:grpSp>
        <p:grpSp>
          <p:nvGrpSpPr>
            <p:cNvPr id="8" name="Group 7"/>
            <p:cNvGrpSpPr/>
            <p:nvPr/>
          </p:nvGrpSpPr>
          <p:grpSpPr>
            <a:xfrm>
              <a:off x="2468880" y="1463040"/>
              <a:ext cx="1737360" cy="2560320"/>
              <a:chOff x="2468880" y="1463040"/>
              <a:chExt cx="1737360" cy="2560320"/>
            </a:xfrm>
          </p:grpSpPr>
          <p:sp>
            <p:nvSpPr>
              <p:cNvPr id="9" name="Rounded Rectangle 8"/>
              <p:cNvSpPr/>
              <p:nvPr/>
            </p:nvSpPr>
            <p:spPr>
              <a:xfrm>
                <a:off x="2468880" y="1463040"/>
                <a:ext cx="1737360" cy="731520"/>
              </a:xfrm>
              <a:prstGeom prst="roundRect">
                <a:avLst/>
              </a:prstGeom>
              <a:solidFill>
                <a:srgbClr val="56868B"/>
              </a:solidFill>
            </p:spPr>
            <p:style>
              <a:lnRef idx="1">
                <a:schemeClr val="accent1"/>
              </a:lnRef>
              <a:fillRef idx="3">
                <a:schemeClr val="accent1"/>
              </a:fillRef>
              <a:effectRef idx="2">
                <a:schemeClr val="accent1"/>
              </a:effectRef>
              <a:fontRef idx="minor">
                <a:schemeClr val="lt1"/>
              </a:fontRef>
            </p:style>
            <p:txBody>
              <a:bodyPr rtlCol="0" anchor="t"/>
              <a:lstStyle/>
              <a:p>
                <a:r>
                  <a:t>group 1.0</a:t>
                </a:r>
              </a:p>
            </p:txBody>
          </p:sp>
          <p:sp>
            <p:nvSpPr>
              <p:cNvPr id="10" name="Rounded Rectangle 9"/>
              <p:cNvSpPr/>
              <p:nvPr/>
            </p:nvSpPr>
            <p:spPr>
              <a:xfrm>
                <a:off x="2468880" y="2377440"/>
                <a:ext cx="1737360" cy="731520"/>
              </a:xfrm>
              <a:prstGeom prst="roundRect">
                <a:avLst/>
              </a:prstGeom>
              <a:solidFill>
                <a:srgbClr val="5686A9"/>
              </a:solidFill>
            </p:spPr>
            <p:style>
              <a:lnRef idx="1">
                <a:schemeClr val="accent1"/>
              </a:lnRef>
              <a:fillRef idx="3">
                <a:schemeClr val="accent1"/>
              </a:fillRef>
              <a:effectRef idx="2">
                <a:schemeClr val="accent1"/>
              </a:effectRef>
              <a:fontRef idx="minor">
                <a:schemeClr val="lt1"/>
              </a:fontRef>
            </p:style>
            <p:txBody>
              <a:bodyPr rtlCol="0" anchor="ctr"/>
              <a:lstStyle/>
              <a:p>
                <a:r>
                  <a:t>group 1.1</a:t>
                </a:r>
              </a:p>
            </p:txBody>
          </p:sp>
          <p:sp>
            <p:nvSpPr>
              <p:cNvPr id="11" name="Rounded Rectangle 10"/>
              <p:cNvSpPr/>
              <p:nvPr/>
            </p:nvSpPr>
            <p:spPr>
              <a:xfrm>
                <a:off x="2468880" y="3291840"/>
                <a:ext cx="1737360" cy="731520"/>
              </a:xfrm>
              <a:prstGeom prst="roundRect">
                <a:avLst/>
              </a:prstGeom>
              <a:solidFill>
                <a:srgbClr val="5686C7"/>
              </a:solidFill>
            </p:spPr>
            <p:style>
              <a:lnRef idx="1">
                <a:schemeClr val="accent1"/>
              </a:lnRef>
              <a:fillRef idx="3">
                <a:schemeClr val="accent1"/>
              </a:fillRef>
              <a:effectRef idx="2">
                <a:schemeClr val="accent1"/>
              </a:effectRef>
              <a:fontRef idx="minor">
                <a:schemeClr val="lt1"/>
              </a:fontRef>
            </p:style>
            <p:txBody>
              <a:bodyPr rtlCol="0" anchor="b"/>
              <a:lstStyle/>
              <a:p>
                <a:r>
                  <a:t>group 1.2</a:t>
                </a:r>
              </a:p>
            </p:txBody>
          </p:sp>
        </p:grpSp>
        <p:grpSp>
          <p:nvGrpSpPr>
            <p:cNvPr id="12" name="Group 11"/>
            <p:cNvGrpSpPr/>
            <p:nvPr/>
          </p:nvGrpSpPr>
          <p:grpSpPr>
            <a:xfrm>
              <a:off x="4389120" y="1463040"/>
              <a:ext cx="1737360" cy="2560320"/>
              <a:chOff x="4389120" y="1463040"/>
              <a:chExt cx="1737360" cy="2560320"/>
            </a:xfrm>
          </p:grpSpPr>
          <p:sp>
            <p:nvSpPr>
              <p:cNvPr id="13" name="Rounded Rectangle 12"/>
              <p:cNvSpPr/>
              <p:nvPr/>
            </p:nvSpPr>
            <p:spPr>
              <a:xfrm>
                <a:off x="4389120" y="1463040"/>
                <a:ext cx="1737360" cy="731520"/>
              </a:xfrm>
              <a:prstGeom prst="roundRect">
                <a:avLst/>
              </a:prstGeom>
              <a:solidFill>
                <a:srgbClr val="7E868B"/>
              </a:solidFill>
            </p:spPr>
            <p:style>
              <a:lnRef idx="1">
                <a:schemeClr val="accent1"/>
              </a:lnRef>
              <a:fillRef idx="3">
                <a:schemeClr val="accent1"/>
              </a:fillRef>
              <a:effectRef idx="2">
                <a:schemeClr val="accent1"/>
              </a:effectRef>
              <a:fontRef idx="minor">
                <a:schemeClr val="lt1"/>
              </a:fontRef>
            </p:style>
            <p:txBody>
              <a:bodyPr rtlCol="0" anchor="t"/>
              <a:lstStyle/>
              <a:p>
                <a:r>
                  <a:t>group 2.0</a:t>
                </a:r>
              </a:p>
            </p:txBody>
          </p:sp>
          <p:sp>
            <p:nvSpPr>
              <p:cNvPr id="14" name="Rounded Rectangle 13"/>
              <p:cNvSpPr/>
              <p:nvPr/>
            </p:nvSpPr>
            <p:spPr>
              <a:xfrm>
                <a:off x="4389120" y="2377440"/>
                <a:ext cx="1737360" cy="731520"/>
              </a:xfrm>
              <a:prstGeom prst="roundRect">
                <a:avLst/>
              </a:prstGeom>
              <a:solidFill>
                <a:srgbClr val="7E86A9"/>
              </a:solidFill>
            </p:spPr>
            <p:style>
              <a:lnRef idx="1">
                <a:schemeClr val="accent1"/>
              </a:lnRef>
              <a:fillRef idx="3">
                <a:schemeClr val="accent1"/>
              </a:fillRef>
              <a:effectRef idx="2">
                <a:schemeClr val="accent1"/>
              </a:effectRef>
              <a:fontRef idx="minor">
                <a:schemeClr val="lt1"/>
              </a:fontRef>
            </p:style>
            <p:txBody>
              <a:bodyPr rtlCol="0" anchor="ctr"/>
              <a:lstStyle/>
              <a:p>
                <a:r>
                  <a:t>group 2.1</a:t>
                </a:r>
              </a:p>
            </p:txBody>
          </p:sp>
          <p:sp>
            <p:nvSpPr>
              <p:cNvPr id="15" name="Rounded Rectangle 14"/>
              <p:cNvSpPr/>
              <p:nvPr/>
            </p:nvSpPr>
            <p:spPr>
              <a:xfrm>
                <a:off x="4389120" y="3291840"/>
                <a:ext cx="1737360" cy="731520"/>
              </a:xfrm>
              <a:prstGeom prst="roundRect">
                <a:avLst/>
              </a:prstGeom>
              <a:solidFill>
                <a:srgbClr val="7E86C7"/>
              </a:solidFill>
            </p:spPr>
            <p:style>
              <a:lnRef idx="1">
                <a:schemeClr val="accent1"/>
              </a:lnRef>
              <a:fillRef idx="3">
                <a:schemeClr val="accent1"/>
              </a:fillRef>
              <a:effectRef idx="2">
                <a:schemeClr val="accent1"/>
              </a:effectRef>
              <a:fontRef idx="minor">
                <a:schemeClr val="lt1"/>
              </a:fontRef>
            </p:style>
            <p:txBody>
              <a:bodyPr rtlCol="0" anchor="b"/>
              <a:lstStyle/>
              <a:p>
                <a:r>
                  <a:t>group 2.2</a:t>
                </a:r>
              </a:p>
            </p:txBody>
          </p:sp>
        </p:grpSp>
      </p:grpSp>
      <p:sp>
        <p:nvSpPr>
          <p:cNvPr id="16" name="Freeform 15"/>
          <p:cNvSpPr/>
          <p:nvPr/>
        </p:nvSpPr>
        <p:spPr>
          <a:xfrm>
            <a:off x="9756648" y="4023360"/>
            <a:ext cx="60197996952" cy="16719986880"/>
          </a:xfrm>
          <a:custGeom>
            <a:avLst/>
            <a:gdLst/>
            <a:ahLst/>
            <a:cxnLst/>
            <a:rect l="l" t="t" r="r" b="b"/>
            <a:pathLst>
              <a:path w="6583333" h="1828520">
                <a:moveTo>
                  <a:pt x="6583333" y="1828520"/>
                </a:moveTo>
                <a:lnTo>
                  <a:pt x="673" y="220"/>
                </a:lnTo>
                <a:lnTo>
                  <a:pt x="714" y="242"/>
                </a:lnTo>
                <a:lnTo>
                  <a:pt x="741" y="264"/>
                </a:lnTo>
                <a:lnTo>
                  <a:pt x="745" y="285"/>
                </a:lnTo>
                <a:lnTo>
                  <a:pt x="725" y="306"/>
                </a:lnTo>
                <a:lnTo>
                  <a:pt x="684" y="325"/>
                </a:lnTo>
                <a:lnTo>
                  <a:pt x="631" y="344"/>
                </a:lnTo>
                <a:lnTo>
                  <a:pt x="578" y="362"/>
                </a:lnTo>
                <a:lnTo>
                  <a:pt x="535" y="378"/>
                </a:lnTo>
                <a:lnTo>
                  <a:pt x="505" y="392"/>
                </a:lnTo>
                <a:lnTo>
                  <a:pt x="488" y="405"/>
                </a:lnTo>
                <a:lnTo>
                  <a:pt x="480" y="416"/>
                </a:lnTo>
                <a:lnTo>
                  <a:pt x="473" y="425"/>
                </a:lnTo>
                <a:lnTo>
                  <a:pt x="458" y="432"/>
                </a:lnTo>
                <a:lnTo>
                  <a:pt x="434" y="437"/>
                </a:lnTo>
                <a:lnTo>
                  <a:pt x="400" y="439"/>
                </a:lnTo>
                <a:lnTo>
                  <a:pt x="362" y="440"/>
                </a:lnTo>
                <a:lnTo>
                  <a:pt x="325" y="438"/>
                </a:lnTo>
                <a:lnTo>
                  <a:pt x="296" y="434"/>
                </a:lnTo>
                <a:lnTo>
                  <a:pt x="278" y="428"/>
                </a:lnTo>
                <a:lnTo>
                  <a:pt x="269" y="420"/>
                </a:lnTo>
                <a:lnTo>
                  <a:pt x="262" y="410"/>
                </a:lnTo>
                <a:lnTo>
                  <a:pt x="249" y="398"/>
                </a:lnTo>
                <a:lnTo>
                  <a:pt x="226" y="384"/>
                </a:lnTo>
                <a:lnTo>
                  <a:pt x="187" y="369"/>
                </a:lnTo>
                <a:lnTo>
                  <a:pt x="137" y="352"/>
                </a:lnTo>
                <a:lnTo>
                  <a:pt x="84" y="333"/>
                </a:lnTo>
                <a:lnTo>
                  <a:pt x="36" y="314"/>
                </a:lnTo>
                <a:lnTo>
                  <a:pt x="6" y="294"/>
                </a:lnTo>
                <a:lnTo>
                  <a:pt x="0" y="273"/>
                </a:lnTo>
                <a:lnTo>
                  <a:pt x="18" y="251"/>
                </a:lnTo>
                <a:lnTo>
                  <a:pt x="55" y="229"/>
                </a:lnTo>
                <a:lnTo>
                  <a:pt x="99" y="207"/>
                </a:lnTo>
                <a:lnTo>
                  <a:pt x="140" y="185"/>
                </a:lnTo>
                <a:lnTo>
                  <a:pt x="167" y="164"/>
                </a:lnTo>
                <a:lnTo>
                  <a:pt x="174" y="143"/>
                </a:lnTo>
                <a:lnTo>
                  <a:pt x="165" y="123"/>
                </a:lnTo>
                <a:lnTo>
                  <a:pt x="145" y="103"/>
                </a:lnTo>
                <a:lnTo>
                  <a:pt x="125" y="85"/>
                </a:lnTo>
                <a:lnTo>
                  <a:pt x="116" y="69"/>
                </a:lnTo>
                <a:lnTo>
                  <a:pt x="123" y="54"/>
                </a:lnTo>
                <a:lnTo>
                  <a:pt x="149" y="40"/>
                </a:lnTo>
                <a:lnTo>
                  <a:pt x="189" y="28"/>
                </a:lnTo>
                <a:lnTo>
                  <a:pt x="236" y="18"/>
                </a:lnTo>
                <a:lnTo>
                  <a:pt x="281" y="11"/>
                </a:lnTo>
                <a:lnTo>
                  <a:pt x="319" y="5"/>
                </a:lnTo>
                <a:lnTo>
                  <a:pt x="348" y="1"/>
                </a:lnTo>
                <a:lnTo>
                  <a:pt x="370" y="0"/>
                </a:lnTo>
                <a:lnTo>
                  <a:pt x="392" y="1"/>
                </a:lnTo>
                <a:lnTo>
                  <a:pt x="419" y="4"/>
                </a:lnTo>
                <a:lnTo>
                  <a:pt x="455" y="9"/>
                </a:lnTo>
                <a:lnTo>
                  <a:pt x="499" y="16"/>
                </a:lnTo>
                <a:lnTo>
                  <a:pt x="546" y="26"/>
                </a:lnTo>
                <a:lnTo>
                  <a:pt x="588" y="37"/>
                </a:lnTo>
                <a:lnTo>
                  <a:pt x="618" y="50"/>
                </a:lnTo>
                <a:lnTo>
                  <a:pt x="630" y="65"/>
                </a:lnTo>
                <a:lnTo>
                  <a:pt x="625" y="81"/>
                </a:lnTo>
                <a:lnTo>
                  <a:pt x="607" y="99"/>
                </a:lnTo>
                <a:lnTo>
                  <a:pt x="586" y="118"/>
                </a:lnTo>
                <a:lnTo>
                  <a:pt x="573" y="138"/>
                </a:lnTo>
                <a:lnTo>
                  <a:pt x="576" y="159"/>
                </a:lnTo>
                <a:lnTo>
                  <a:pt x="598" y="180"/>
                </a:lnTo>
                <a:lnTo>
                  <a:pt x="636" y="202"/>
                </a:lnTo>
                <a:close/>
              </a:path>
            </a:pathLst>
          </a:custGeom>
          <a:solidFill>
            <a:srgbClr val="F39C12"/>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48640" y="5120640"/>
            <a:ext cx="731520" cy="731520"/>
          </a:xfrm>
          <a:prstGeom prst="ellipse">
            <a:avLst/>
          </a:prstGeom>
          <a:solidFill>
            <a:srgbClr val="8E44AD"/>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5120640"/>
            <a:ext cx="5120640" cy="1280160"/>
          </a:xfrm>
          <a:prstGeom prst="rect">
            <a:avLst/>
          </a:prstGeom>
          <a:noFill/>
        </p:spPr>
        <p:txBody>
          <a:bodyPr wrap="square" lIns="274320" tIns="274320" rIns="274320" bIns="274320">
            <a:spAutoFit/>
          </a:bodyPr>
          <a:lstStyle/>
          <a:p>
            <a:r>
              <a:t>A text box that grows to fit its text, with insets of 0.3 inch on every side.</a:t>
            </a:r>
          </a:p>
        </p:txBody>
      </p:sp>
      <p:sp>
        <p:nvSpPr>
          <p:cNvPr id="19" name="TextBox 18"/>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4</a:t>
            </a:fld>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0" presetClass="path" presetSubtype="0" fill="hold" nodeType="clickEffect">
                                  <p:stCondLst>
                                    <p:cond delay="0"/>
                                  </p:stCondLst>
                                  <p:childTnLst>
                                    <p:animMotion origin="layout" path="M 0 0 C 0.1 -0.2 0.3 -0.2 0.4 0 C 0.5 0.2 0.7 0.2 0.8 0 E" pathEditMode="relative" ptsTypes="">
                                      <p:cBhvr>
                                        <p:cTn id="3" dur="2500" fill="hold"/>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Tables: merged cells, banding, fills, borders, alignment</a:t>
            </a:r>
          </a:p>
        </p:txBody>
      </p:sp>
      <p:graphicFrame>
        <p:nvGraphicFramePr>
          <p:cNvPr id="3" name="Table 2"/>
          <p:cNvGraphicFramePr>
            <a:graphicFrameLocks noGrp="1"/>
          </p:cNvGraphicFramePr>
          <p:nvPr/>
        </p:nvGraphicFramePr>
        <p:xfrm>
          <a:off x="548640" y="1371600"/>
          <a:ext cx="11155680" cy="4937760"/>
        </p:xfrm>
        <a:graphic>
          <a:graphicData uri="http://schemas.openxmlformats.org/drawingml/2006/table">
            <a:tbl>
              <a:tblPr firstRow="1" bandRow="1" firstCol="1" lastRow="1">
                <a:tableStyleId>{5C22544A-7EE6-4342-B048-85BDC9FD1C3A}</a:tableStyleId>
              </a:tblPr>
              <a:tblGrid>
                <a:gridCol w="1280160"/>
                <a:gridCol w="1828800"/>
                <a:gridCol w="1828800"/>
                <a:gridCol w="1828800"/>
                <a:gridCol w="1828800"/>
                <a:gridCol w="2560320"/>
              </a:tblGrid>
              <a:tr h="705394">
                <a:tc>
                  <a:txBody>
                    <a:bodyPr/>
                    <a:lstStyle/>
                    <a:p>
                      <a:pPr algn="l"/>
                      <a:r>
                        <a:t>Header 0</a:t>
                      </a:r>
                    </a:p>
                  </a:txBody>
                  <a:tcPr anchor="t" marL="45720"/>
                </a:tc>
                <a:tc>
                  <a:txBody>
                    <a:bodyPr/>
                    <a:lstStyle/>
                    <a:p>
                      <a:pPr algn="ctr"/>
                      <a:r>
                        <a:t>Header 1</a:t>
                      </a:r>
                    </a:p>
                  </a:txBody>
                  <a:tcPr anchor="ctr" marL="91440"/>
                </a:tc>
                <a:tc>
                  <a:txBody>
                    <a:bodyPr/>
                    <a:lstStyle/>
                    <a:p>
                      <a:pPr algn="r"/>
                      <a:r>
                        <a:t>Header 2</a:t>
                      </a:r>
                    </a:p>
                  </a:txBody>
                  <a:tcPr anchor="b" marL="137160"/>
                </a:tc>
                <a:tc>
                  <a:txBody>
                    <a:bodyPr/>
                    <a:lstStyle/>
                    <a:p>
                      <a:pPr algn="l"/>
                      <a:r>
                        <a:t>Header 3</a:t>
                      </a:r>
                    </a:p>
                  </a:txBody>
                  <a:tcPr anchor="t" marL="45720"/>
                </a:tc>
                <a:tc>
                  <a:txBody>
                    <a:bodyPr/>
                    <a:lstStyle/>
                    <a:p>
                      <a:pPr algn="ctr"/>
                      <a:r>
                        <a:t>Header 4</a:t>
                      </a:r>
                    </a:p>
                  </a:txBody>
                  <a:tcPr anchor="ctr" marL="91440"/>
                </a:tc>
                <a:tc>
                  <a:txBody>
                    <a:bodyPr/>
                    <a:lstStyle/>
                    <a:p>
                      <a:pPr algn="r"/>
                      <a:r>
                        <a:t>Header 5</a:t>
                      </a:r>
                    </a:p>
                  </a:txBody>
                  <a:tcPr anchor="b" marL="137160"/>
                </a:tc>
              </a:tr>
              <a:tr h="705394">
                <a:tc>
                  <a:txBody>
                    <a:bodyPr/>
                    <a:lstStyle/>
                    <a:p>
                      <a:pPr algn="l"/>
                      <a:r>
                        <a:t>R1C0</a:t>
                      </a:r>
                    </a:p>
                  </a:txBody>
                  <a:tcPr anchor="ctr" marL="45720"/>
                </a:tc>
                <a:tc rowSpan="2" gridSpan="3">
                  <a:txBody>
                    <a:bodyPr/>
                    <a:lstStyle/>
                    <a:p>
                      <a:r>
                        <a:t>Merged 2 rows × 3 columns</a:t>
                      </a:r>
                    </a:p>
                  </a:txBody>
                  <a:tcPr anchor="b" marL="91440"/>
                </a:tc>
                <a:tc rowSpan="2" hMerge="1">
                  <a:txBody>
                    <a:bodyPr/>
                    <a:lstStyle/>
                    <a:p/>
                  </a:txBody>
                  <a:tcPr anchor="t" marL="137160"/>
                </a:tc>
                <a:tc rowSpan="2" hMerge="1">
                  <a:txBody>
                    <a:bodyPr/>
                    <a:lstStyle/>
                    <a:p/>
                  </a:txBody>
                  <a:tcPr anchor="ctr" marL="45720"/>
                </a:tc>
                <a:tc>
                  <a:txBody>
                    <a:bodyPr/>
                    <a:lstStyle/>
                    <a:p>
                      <a:pPr algn="ctr"/>
                      <a:r>
                        <a:t>R1C4</a:t>
                      </a:r>
                    </a:p>
                  </a:txBody>
                  <a:tcPr anchor="b" marL="91440"/>
                </a:tc>
                <a:tc>
                  <a:txBody>
                    <a:bodyPr/>
                    <a:lstStyle/>
                    <a:p>
                      <a:pPr algn="r"/>
                      <a:r>
                        <a:t>R1C5</a:t>
                      </a:r>
                    </a:p>
                  </a:txBody>
                  <a:tcPr anchor="t" marL="137160"/>
                </a:tc>
              </a:tr>
              <a:tr h="705394">
                <a:tc>
                  <a:txBody>
                    <a:bodyPr/>
                    <a:lstStyle/>
                    <a:p>
                      <a:pPr algn="l"/>
                      <a:r>
                        <a:t>R2C0</a:t>
                      </a:r>
                    </a:p>
                  </a:txBody>
                  <a:tcPr anchor="b" marL="45720"/>
                </a:tc>
                <a:tc gridSpan="3" vMerge="1">
                  <a:txBody>
                    <a:bodyPr/>
                    <a:lstStyle/>
                    <a:p/>
                  </a:txBody>
                  <a:tcPr anchor="t" marL="91440"/>
                </a:tc>
                <a:tc hMerge="1" vMerge="1">
                  <a:txBody>
                    <a:bodyPr/>
                    <a:lstStyle/>
                    <a:p/>
                  </a:txBody>
                  <a:tcPr anchor="ctr" marL="137160"/>
                </a:tc>
                <a:tc hMerge="1" vMerge="1">
                  <a:txBody>
                    <a:bodyPr/>
                    <a:lstStyle/>
                    <a:p/>
                  </a:txBody>
                  <a:tcPr anchor="b" marL="45720"/>
                </a:tc>
                <a:tc>
                  <a:txBody>
                    <a:bodyPr/>
                    <a:lstStyle/>
                    <a:p>
                      <a:pPr algn="ctr"/>
                      <a:r>
                        <a:t>R2C4</a:t>
                      </a:r>
                    </a:p>
                  </a:txBody>
                  <a:tcPr anchor="t" marL="91440"/>
                </a:tc>
                <a:tc>
                  <a:txBody>
                    <a:bodyPr/>
                    <a:lstStyle/>
                    <a:p>
                      <a:pPr algn="r"/>
                      <a:r>
                        <a:t>R2C5</a:t>
                      </a:r>
                    </a:p>
                  </a:txBody>
                  <a:tcPr anchor="ctr" marL="137160"/>
                </a:tc>
              </a:tr>
              <a:tr h="705394">
                <a:tc>
                  <a:txBody>
                    <a:bodyPr/>
                    <a:lstStyle/>
                    <a:p>
                      <a:pPr algn="l"/>
                      <a:r>
                        <a:t>R3C0</a:t>
                      </a:r>
                    </a:p>
                  </a:txBody>
                  <a:tcPr anchor="t" marL="45720"/>
                </a:tc>
                <a:tc>
                  <a:txBody>
                    <a:bodyPr/>
                    <a:lstStyle/>
                    <a:p>
                      <a:pPr algn="ctr"/>
                      <a:r>
                        <a:t>R3C1</a:t>
                      </a:r>
                    </a:p>
                  </a:txBody>
                  <a:tcPr anchor="ctr" marL="91440"/>
                </a:tc>
                <a:tc>
                  <a:txBody>
                    <a:bodyPr/>
                    <a:lstStyle/>
                    <a:p>
                      <a:pPr algn="r"/>
                      <a:r>
                        <a:t>R3C2</a:t>
                      </a:r>
                    </a:p>
                  </a:txBody>
                  <a:tcPr anchor="b" marL="137160"/>
                </a:tc>
                <a:tc>
                  <a:txBody>
                    <a:bodyPr/>
                    <a:lstStyle/>
                    <a:p>
                      <a:pPr algn="l"/>
                      <a:r>
                        <a:t>R3C3</a:t>
                      </a:r>
                    </a:p>
                  </a:txBody>
                  <a:tcPr anchor="t" marL="45720"/>
                </a:tc>
                <a:tc>
                  <a:txBody>
                    <a:bodyPr/>
                    <a:lstStyle/>
                    <a:p>
                      <a:r>
                        <a:t>£1,234,567.89</a:t>
                      </a:r>
                    </a:p>
                  </a:txBody>
                  <a:tcPr anchor="ctr" marL="91440">
                    <a:solidFill>
                      <a:srgbClr val="FFD966"/>
                    </a:solidFill>
                  </a:tcPr>
                </a:tc>
                <a:tc>
                  <a:txBody>
                    <a:bodyPr/>
                    <a:lstStyle/>
                    <a:p>
                      <a:pPr algn="r"/>
                      <a:r>
                        <a:t>R3C5</a:t>
                      </a:r>
                    </a:p>
                  </a:txBody>
                  <a:tcPr anchor="b" marL="137160"/>
                </a:tc>
              </a:tr>
              <a:tr h="705394">
                <a:tc rowSpan="3">
                  <a:txBody>
                    <a:bodyPr/>
                    <a:lstStyle/>
                    <a:p>
                      <a:r>
                        <a:t>Merged 3 rows</a:t>
                      </a:r>
                    </a:p>
                  </a:txBody>
                  <a:tcPr anchor="ctr" marL="45720"/>
                </a:tc>
                <a:tc>
                  <a:txBody>
                    <a:bodyPr/>
                    <a:lstStyle/>
                    <a:p>
                      <a:pPr algn="ctr"/>
                      <a:r>
                        <a:t>R4C1</a:t>
                      </a:r>
                    </a:p>
                  </a:txBody>
                  <a:tcPr anchor="b" marL="91440"/>
                </a:tc>
                <a:tc>
                  <a:txBody>
                    <a:bodyPr/>
                    <a:lstStyle/>
                    <a:p>
                      <a:pPr algn="r"/>
                      <a:r>
                        <a:t>R4C2</a:t>
                      </a:r>
                    </a:p>
                  </a:txBody>
                  <a:tcPr anchor="t" marL="137160"/>
                </a:tc>
                <a:tc>
                  <a:txBody>
                    <a:bodyPr/>
                    <a:lstStyle/>
                    <a:p>
                      <a:pPr algn="l"/>
                      <a:r>
                        <a:t>R4C3</a:t>
                      </a:r>
                    </a:p>
                  </a:txBody>
                  <a:tcPr anchor="ctr" marL="45720"/>
                </a:tc>
                <a:tc>
                  <a:txBody>
                    <a:bodyPr/>
                    <a:lstStyle/>
                    <a:p>
                      <a:pPr algn="ctr"/>
                      <a:r>
                        <a:t>R4C4</a:t>
                      </a:r>
                    </a:p>
                  </a:txBody>
                  <a:tcPr anchor="b" marL="91440"/>
                </a:tc>
                <a:tc>
                  <a:txBody>
                    <a:bodyPr/>
                    <a:lstStyle/>
                    <a:p>
                      <a:pPr algn="r"/>
                      <a:r>
                        <a:t>R4C5</a:t>
                      </a:r>
                    </a:p>
                  </a:txBody>
                  <a:tcPr anchor="t" marL="137160"/>
                </a:tc>
              </a:tr>
              <a:tr h="705394">
                <a:tc vMerge="1">
                  <a:txBody>
                    <a:bodyPr/>
                    <a:lstStyle/>
                    <a:p/>
                  </a:txBody>
                  <a:tcPr anchor="b" marL="45720"/>
                </a:tc>
                <a:tc>
                  <a:txBody>
                    <a:bodyPr/>
                    <a:lstStyle/>
                    <a:p>
                      <a:pPr algn="ctr"/>
                      <a:r>
                        <a:t>R5C1</a:t>
                      </a:r>
                    </a:p>
                  </a:txBody>
                  <a:tcPr anchor="t" marL="91440"/>
                </a:tc>
                <a:tc>
                  <a:txBody>
                    <a:bodyPr/>
                    <a:lstStyle/>
                    <a:p>
                      <a:pPr algn="r"/>
                      <a:r>
                        <a:t>R5C2</a:t>
                      </a:r>
                    </a:p>
                  </a:txBody>
                  <a:tcPr anchor="ctr" marL="137160"/>
                </a:tc>
                <a:tc>
                  <a:txBody>
                    <a:bodyPr/>
                    <a:lstStyle/>
                    <a:p>
                      <a:pPr algn="l"/>
                      <a:r>
                        <a:t>R5C3</a:t>
                      </a:r>
                    </a:p>
                  </a:txBody>
                  <a:tcPr anchor="b" marL="45720"/>
                </a:tc>
                <a:tc>
                  <a:txBody>
                    <a:bodyPr/>
                    <a:lstStyle/>
                    <a:p>
                      <a:pPr algn="ctr"/>
                      <a:r>
                        <a:t>R5C4</a:t>
                      </a:r>
                    </a:p>
                  </a:txBody>
                  <a:tcPr anchor="t" marL="91440"/>
                </a:tc>
                <a:tc>
                  <a:txBody>
                    <a:bodyPr/>
                    <a:lstStyle/>
                    <a:p>
                      <a:r>
                        <a:t>A long cell text that wraps inside its cell several times over</a:t>
                      </a:r>
                    </a:p>
                  </a:txBody>
                  <a:tcPr anchor="ctr" marL="137160"/>
                </a:tc>
              </a:tr>
              <a:tr h="705396">
                <a:tc vMerge="1">
                  <a:txBody>
                    <a:bodyPr/>
                    <a:lstStyle/>
                    <a:p/>
                  </a:txBody>
                  <a:tcPr anchor="t" marL="45720"/>
                </a:tc>
                <a:tc>
                  <a:txBody>
                    <a:bodyPr/>
                    <a:lstStyle/>
                    <a:p>
                      <a:pPr algn="ctr"/>
                      <a:r>
                        <a:t>R6C1</a:t>
                      </a:r>
                    </a:p>
                  </a:txBody>
                  <a:tcPr anchor="ctr" marL="91440"/>
                </a:tc>
                <a:tc>
                  <a:txBody>
                    <a:bodyPr/>
                    <a:lstStyle/>
                    <a:p>
                      <a:pPr algn="r"/>
                      <a:r>
                        <a:t>R6C2</a:t>
                      </a:r>
                    </a:p>
                  </a:txBody>
                  <a:tcPr anchor="b" marL="137160"/>
                </a:tc>
                <a:tc>
                  <a:txBody>
                    <a:bodyPr/>
                    <a:lstStyle/>
                    <a:p>
                      <a:pPr algn="l"/>
                      <a:r>
                        <a:t>R6C3</a:t>
                      </a:r>
                    </a:p>
                  </a:txBody>
                  <a:tcPr anchor="t" marL="45720"/>
                </a:tc>
                <a:tc>
                  <a:txBody>
                    <a:bodyPr/>
                    <a:lstStyle/>
                    <a:p>
                      <a:pPr algn="ctr"/>
                      <a:r>
                        <a:t>R6C4</a:t>
                      </a:r>
                    </a:p>
                  </a:txBody>
                  <a:tcPr anchor="ctr" marL="91440"/>
                </a:tc>
                <a:tc>
                  <a:txBody>
                    <a:bodyPr/>
                    <a:lstStyle/>
                    <a:p>
                      <a:pPr algn="r"/>
                      <a:r>
                        <a:t>R6C5</a:t>
                      </a:r>
                    </a:p>
                  </a:txBody>
                  <a:tcPr anchor="b" marL="137160"/>
                </a:tc>
              </a:tr>
            </a:tbl>
          </a:graphicData>
        </a:graphic>
      </p:graphicFrame>
      <p:sp>
        <p:nvSpPr>
          <p:cNvPr id="9" name="TextBox 8"/>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5</a:t>
            </a:fld>
          </a:p>
        </p:txBody>
      </p:sp>
    </p:spTree>
  </p:cSld>
  <p:clrMapOvr>
    <a:masterClrMapping/>
  </p:clrMapOvr>
  <p:transition spd="med">
    <p:split orient="vert" dir="out"/>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22" presetClass="entr" presetSubtype="4" fill="hold"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wipe(down)">
                                      <p:cBhvr>
                                        <p:cTn id="4"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Native charts: column, stacked bar, line, pie, doughnut, scatter, area</a:t>
            </a:r>
          </a:p>
        </p:txBody>
      </p:sp>
      <p:graphicFrame>
        <p:nvGraphicFramePr>
          <p:cNvPr id="3" name="Chart 2"/>
          <p:cNvGraphicFramePr>
            <a:graphicFrameLocks noGrp="1"/>
          </p:cNvGraphicFramePr>
          <p:nvPr/>
        </p:nvGraphicFramePr>
        <p:xfrm>
          <a:off x="274320" y="1280160"/>
          <a:ext cx="2880360" cy="256032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3246120" y="1280160"/>
          <a:ext cx="2880360" cy="25603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217920" y="1280160"/>
          <a:ext cx="2880360" cy="2560320"/>
        </p:xfrm>
        <a:graphic>
          <a:graphicData uri="http://schemas.openxmlformats.org/drawingml/2006/chart">
            <c:chart xmlns:c="http://schemas.openxmlformats.org/drawingml/2006/chart" r:id="rId4"/>
          </a:graphicData>
        </a:graphic>
      </p:graphicFrame>
      <p:graphicFrame>
        <p:nvGraphicFramePr>
          <p:cNvPr id="6" name="Chart 5"/>
          <p:cNvGraphicFramePr>
            <a:graphicFrameLocks noGrp="1"/>
          </p:cNvGraphicFramePr>
          <p:nvPr/>
        </p:nvGraphicFramePr>
        <p:xfrm>
          <a:off x="9189720" y="1280160"/>
          <a:ext cx="2880360" cy="2560320"/>
        </p:xfrm>
        <a:graphic>
          <a:graphicData uri="http://schemas.openxmlformats.org/drawingml/2006/chart">
            <c:chart xmlns:c="http://schemas.openxmlformats.org/drawingml/2006/chart" r:id="rId5"/>
          </a:graphicData>
        </a:graphic>
      </p:graphicFrame>
      <p:graphicFrame>
        <p:nvGraphicFramePr>
          <p:cNvPr id="7" name="Chart 6"/>
          <p:cNvGraphicFramePr>
            <a:graphicFrameLocks noGrp="1"/>
          </p:cNvGraphicFramePr>
          <p:nvPr/>
        </p:nvGraphicFramePr>
        <p:xfrm>
          <a:off x="274320" y="3931920"/>
          <a:ext cx="2880360" cy="2743200"/>
        </p:xfrm>
        <a:graphic>
          <a:graphicData uri="http://schemas.openxmlformats.org/drawingml/2006/chart">
            <c:chart xmlns:c="http://schemas.openxmlformats.org/drawingml/2006/chart" r:id="rId6"/>
          </a:graphicData>
        </a:graphic>
      </p:graphicFrame>
      <p:graphicFrame>
        <p:nvGraphicFramePr>
          <p:cNvPr id="8" name="Chart 7"/>
          <p:cNvGraphicFramePr>
            <a:graphicFrameLocks noGrp="1"/>
          </p:cNvGraphicFramePr>
          <p:nvPr/>
        </p:nvGraphicFramePr>
        <p:xfrm>
          <a:off x="3246120" y="3931920"/>
          <a:ext cx="2880360" cy="2743200"/>
        </p:xfrm>
        <a:graphic>
          <a:graphicData uri="http://schemas.openxmlformats.org/drawingml/2006/chart">
            <c:chart xmlns:c="http://schemas.openxmlformats.org/drawingml/2006/chart" r:id="rId7"/>
          </a:graphicData>
        </a:graphic>
      </p:graphicFrame>
      <p:graphicFrame>
        <p:nvGraphicFramePr>
          <p:cNvPr id="9" name="Chart 8"/>
          <p:cNvGraphicFramePr>
            <a:graphicFrameLocks noGrp="1"/>
          </p:cNvGraphicFramePr>
          <p:nvPr/>
        </p:nvGraphicFramePr>
        <p:xfrm>
          <a:off x="6217920" y="3931920"/>
          <a:ext cx="2880360" cy="2743200"/>
        </p:xfrm>
        <a:graphic>
          <a:graphicData uri="http://schemas.openxmlformats.org/drawingml/2006/chart">
            <c:chart xmlns:c="http://schemas.openxmlformats.org/drawingml/2006/chart" r:id="rId8"/>
          </a:graphicData>
        </a:graphic>
      </p:graphicFrame>
      <p:graphicFrame>
        <p:nvGraphicFramePr>
          <p:cNvPr id="10" name="Chart 9"/>
          <p:cNvGraphicFramePr>
            <a:graphicFrameLocks noGrp="1"/>
          </p:cNvGraphicFramePr>
          <p:nvPr/>
        </p:nvGraphicFramePr>
        <p:xfrm>
          <a:off x="9189720" y="3931920"/>
          <a:ext cx="2743200" cy="2743200"/>
        </p:xfrm>
        <a:graphic>
          <a:graphicData uri="http://schemas.openxmlformats.org/drawingml/2006/chart">
            <c:chart xmlns:c="http://schemas.openxmlformats.org/drawingml/2006/chart" r:id="rId9"/>
          </a:graphicData>
        </a:graphic>
      </p:graphicFrame>
      <p:sp>
        <p:nvSpPr>
          <p:cNvPr id="15" name="TextBox 14"/>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6</a:t>
            </a:fld>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ntr" presetSubtype="0" fill="hold" nodeType="click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500"/>
                                        <p:tgtEl>
                                          <p:spTgt spid="3"/>
                                        </p:tgtEl>
                                      </p:cBhvr>
                                    </p:animEffect>
                                  </p:childTnLst>
                                </p:cTn>
                              </p:par>
                            </p:childTnLst>
                          </p:cTn>
                        </p:par>
                      </p:childTnLst>
                    </p:cTn>
                  </p:par>
                  <p:par>
                    <p:cTn id="12" fill="hold">
                      <p:stCondLst>
                        <p:cond delay="0"/>
                      </p:stCondLst>
                      <p:childTnLst>
                        <p:par>
                          <p:cTn id="13" fill="hold">
                            <p:stCondLst>
                              <p:cond delay="0"/>
                            </p:stCondLst>
                            <p:childTnLst>
                              <p:par>
                                <p:cTn id="14" presetID="10"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Pictures: PNG with alpha, JPEG, cropped, rotated, bordered, picture fill</a:t>
            </a:r>
          </a:p>
        </p:txBody>
      </p:sp>
      <p:pic>
        <p:nvPicPr>
          <p:cNvPr id="3" name="Picture 2" descr="image.png"/>
          <p:cNvPicPr>
            <a:picLocks noChangeAspect="1"/>
          </p:cNvPicPr>
          <p:nvPr/>
        </p:nvPicPr>
        <p:blipFill>
          <a:blip r:embed="rId2"/>
          <a:stretch>
            <a:fillRect/>
          </a:stretch>
        </p:blipFill>
        <p:spPr>
          <a:xfrm>
            <a:off x="457200" y="1371600"/>
            <a:ext cx="3657600" cy="2286000"/>
          </a:xfrm>
          <a:prstGeom prst="rect">
            <a:avLst/>
          </a:prstGeom>
        </p:spPr>
      </p:pic>
      <p:pic>
        <p:nvPicPr>
          <p:cNvPr id="4" name="Picture 3" descr="image.png"/>
          <p:cNvPicPr>
            <a:picLocks noChangeAspect="1"/>
          </p:cNvPicPr>
          <p:nvPr/>
        </p:nvPicPr>
        <p:blipFill>
          <a:blip r:embed="rId3"/>
          <a:stretch>
            <a:fillRect/>
          </a:stretch>
        </p:blipFill>
        <p:spPr>
          <a:xfrm>
            <a:off x="4389120" y="1371600"/>
            <a:ext cx="2377440" cy="2377440"/>
          </a:xfrm>
          <a:prstGeom prst="rect">
            <a:avLst/>
          </a:prstGeom>
        </p:spPr>
      </p:pic>
      <p:pic>
        <p:nvPicPr>
          <p:cNvPr id="5" name="Picture 4" descr="image.jpg"/>
          <p:cNvPicPr>
            <a:picLocks noChangeAspect="1"/>
          </p:cNvPicPr>
          <p:nvPr/>
        </p:nvPicPr>
        <p:blipFill>
          <a:blip r:embed="rId4"/>
          <a:srcRect l="10000" r="20000" t="15000"/>
          <a:stretch>
            <a:fillRect/>
          </a:stretch>
        </p:blipFill>
        <p:spPr>
          <a:xfrm>
            <a:off x="7315200" y="1371600"/>
            <a:ext cx="4389120" cy="2468880"/>
          </a:xfrm>
          <a:prstGeom prst="rect">
            <a:avLst/>
          </a:prstGeom>
        </p:spPr>
      </p:pic>
      <p:pic>
        <p:nvPicPr>
          <p:cNvPr id="6" name="Picture 5" descr="image.png"/>
          <p:cNvPicPr>
            <a:picLocks noChangeAspect="1"/>
          </p:cNvPicPr>
          <p:nvPr/>
        </p:nvPicPr>
        <p:blipFill>
          <a:blip r:embed="rId5"/>
          <a:stretch>
            <a:fillRect/>
          </a:stretch>
        </p:blipFill>
        <p:spPr>
          <a:xfrm rot="20880000">
            <a:off x="731520" y="4023360"/>
            <a:ext cx="2377440" cy="2377440"/>
          </a:xfrm>
          <a:prstGeom prst="rect">
            <a:avLst/>
          </a:prstGeom>
          <a:ln w="50800">
            <a:solidFill>
              <a:srgbClr val="2C3E50"/>
            </a:solidFill>
          </a:ln>
        </p:spPr>
      </p:pic>
      <p:sp>
        <p:nvSpPr>
          <p:cNvPr id="7" name="Oval 6"/>
          <p:cNvSpPr/>
          <p:nvPr/>
        </p:nvSpPr>
        <p:spPr>
          <a:xfrm>
            <a:off x="4114800" y="3931920"/>
            <a:ext cx="2743200" cy="2377440"/>
          </a:xfrm>
          <a:prstGeom prst="ellipse">
            <a:avLst/>
          </a:prstGeom>
          <a:blipFill rotWithShape="1">
            <a:blip r:embed="rId5"/>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7</a:t>
            </a:fld>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8" presetID="10" presetClass="exit" presetSubtype="0" fill="hold" nodeType="clickEffect">
                                  <p:stCondLst>
                                    <p:cond delay="0"/>
                                  </p:stCondLst>
                                  <p:childTnLst>
                                    <p:animEffect transition="out" filter="fade">
                                      <p:cBhvr>
                                        <p:cTn id="3" dur="800"/>
                                        <p:tgtEl>
                                          <p:spTgt spid="5"/>
                                        </p:tgtEl>
                                      </p:cBhvr>
                                    </p:animEffect>
                                    <p:set>
                                      <p:cBhvr>
                                        <p:cTn id="4" dur="1" fill="hold">
                                          <p:stCondLst>
                                            <p:cond delay="800"/>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8" presetClass="emph" presetSubtype="0" fill="hold" nodeType="clickEffect">
                                  <p:stCondLst>
                                    <p:cond delay="0"/>
                                  </p:stCondLst>
                                  <p:childTnLst>
                                    <p:animRot by="21600000">
                                      <p:cBhvr>
                                        <p:cTn id="9" dur="15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t>This slide is hidden</a:t>
            </a:r>
          </a:p>
        </p:txBody>
      </p:sp>
      <p:sp>
        <p:nvSpPr>
          <p:cNvPr id="3" name="Content Placeholder 2"/>
          <p:cNvSpPr>
            <a:spLocks noGrp="1"/>
          </p:cNvSpPr>
          <p:nvPr>
            <p:ph idx="1"/>
          </p:nvPr>
        </p:nvSpPr>
        <p:spPr/>
        <p:txBody>
          <a:bodyPr/>
          <a:lstStyle/>
          <a:p>
            <a:r>
              <a:t>It must not show in the slide show or print, but must stay in the file.</a:t>
            </a:r>
          </a:p>
        </p:txBody>
      </p:sp>
      <p:sp>
        <p:nvSpPr>
          <p:cNvPr id="4" name="TextBox 3"/>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two</a:t>
            </a:r>
          </a:p>
        </p:txBody>
      </p:sp>
      <p:sp>
        <p:nvSpPr>
          <p:cNvPr id="3" name="Text Placeholder 2"/>
          <p:cNvSpPr>
            <a:spLocks noGrp="1"/>
          </p:cNvSpPr>
          <p:nvPr>
            <p:ph type="body" idx="1"/>
          </p:nvPr>
        </p:nvSpPr>
        <p:spPr/>
        <p:txBody>
          <a:bodyPr/>
          <a:lstStyle/>
          <a:p>
            <a:r>
              <a:t>A section header with a subtitle</a:t>
            </a:r>
          </a:p>
        </p:txBody>
      </p:sp>
      <p:sp>
        <p:nvSpPr>
          <p:cNvPr id="4" name="TextBox 3"/>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9</a:t>
            </a:fld>
          </a:p>
        </p:txBody>
      </p:sp>
    </p:spTree>
  </p:cSld>
  <p:clrMapOvr>
    <a:masterClrMapping/>
  </p:clrMapOvr>
  <p:transition>
    <p:zoom/>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Characters: arrows, dashes, quotes, symbols, accents, scripts</a:t>
            </a:r>
          </a:p>
        </p:txBody>
      </p:sp>
      <p:sp>
        <p:nvSpPr>
          <p:cNvPr id="3" name="Content Placeholder 2"/>
          <p:cNvSpPr>
            <a:spLocks noGrp="1"/>
          </p:cNvSpPr>
          <p:nvPr>
            <p:ph idx="1"/>
          </p:nvPr>
        </p:nvSpPr>
        <p:spPr/>
        <p:txBody>
          <a:bodyPr/>
          <a:lstStyle/>
          <a:p>
            <a:r>
              <a:rPr sz="1600"/>
              <a:t>Arrows → ← ↑ ↓ ⇒ ↔   Dashes – — ‒   Quotes “ ” ‘ ’ „ «»   Ellipsis …</a:t>
            </a:r>
          </a:p>
          <a:p>
            <a:r>
              <a:rPr sz="1600"/>
              <a:t>Symbols ™ © ® ° ± × ÷ ≤ ≥ ≠ ≈ ∞ √ € £ ¥ § ¶ † ‡ • ◦ ▪ ✓ ✗ ★ ♥</a:t>
            </a:r>
          </a:p>
          <a:p>
            <a:r>
              <a:rPr sz="1600"/>
              <a:t>Accents: Ångström, naïve café, Ελληνικά, Кириллица, Polski: zażółć gęślą jaźń</a:t>
            </a:r>
          </a:p>
          <a:p>
            <a:r>
              <a:rPr sz="1400"/>
              <a:t>Wide: 日本語のテキスト, 中文, 한국어   Emoji: 🚀 🎉 😀</a:t>
            </a:r>
          </a:p>
          <a:p>
            <a:r>
              <a:rPr sz="1400"/>
              <a:t>Right to left: עברית   العربية</a:t>
            </a:r>
          </a:p>
          <a:p>
            <a:r>
              <a:rPr sz="1400"/>
              <a:t>Tabs:	one	two	three   and a SupercalifragilisticexpialidociousWordThatCannotBreakAnywhereAtAllInThisBox</a:t>
            </a:r>
          </a:p>
          <a:p>
            <a:r>
              <a:rPr sz="1400"/>
              <a:t/>
            </a:r>
          </a:p>
          <a:p>
            <a:pPr>
              <a:lnSpc>
                <a:spcPts val="1200"/>
              </a:lnSpc>
            </a:pPr>
            <a:r>
              <a:rPr sz="1600"/>
              <a:t>Exact 12 pt line spacing in a 16 pt paragraph</a:t>
            </a:r>
          </a:p>
          <a:p>
            <a:pPr algn="ctr">
              <a:spcBef>
                <a:spcPts val="2400"/>
              </a:spcBef>
            </a:pPr>
            <a:r>
              <a:rPr sz="1600"/>
              <a:t>Space before 24 pt, after 0, centred</a:t>
            </a:r>
          </a:p>
          <a:p>
            <a:pPr algn="just"/>
            <a:r>
              <a:rPr sz="1200"/>
              <a:t>Justified paragraph: lorem ipsum dolor sit amet lorem ipsum dolor sit amet lorem ipsum dolor sit amet lorem ipsum dolor sit amet lorem ipsum dolor sit amet lorem ipsum dolor sit amet </a:t>
            </a:r>
          </a:p>
        </p:txBody>
      </p:sp>
      <p:sp>
        <p:nvSpPr>
          <p:cNvPr id="4" name="TextBox 3"/>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32B"/>
            </a:gs>
            <a:gs pos="100000">
              <a:srgbClr val="1C6E8C"/>
            </a:gs>
          </a:gsLst>
          <a:lin scaled="0" ang="16200000"/>
        </a:gradFill>
        <a:effectLst/>
      </p:bgPr>
    </p:bg>
    <p:spTree>
      <p:nvGrpSpPr>
        <p:cNvPr id="1" name=""/>
        <p:cNvGrpSpPr/>
        <p:nvPr/>
      </p:nvGrpSpPr>
      <p:grpSpPr/>
      <p:sp>
        <p:nvSpPr>
          <p:cNvPr id="2" name="TextBox 1"/>
          <p:cNvSpPr txBox="1"/>
          <p:nvPr/>
        </p:nvSpPr>
        <p:spPr>
          <a:xfrm>
            <a:off x="914400" y="2286000"/>
            <a:ext cx="10332720" cy="1828800"/>
          </a:xfrm>
          <a:prstGeom prst="rect">
            <a:avLst/>
          </a:prstGeom>
          <a:noFill/>
        </p:spPr>
        <p:txBody>
          <a:bodyPr wrap="square">
            <a:spAutoFit/>
          </a:bodyPr>
          <a:lstStyle/>
          <a:p>
            <a:pPr algn="ctr"/>
            <a:r>
              <a:rPr sz="5400" b="1">
                <a:solidFill>
                  <a:srgbClr val="FFFFFF"/>
                </a:solidFill>
              </a:rPr>
              <a:t>White 54 pt text on a gradient background</a:t>
            </a:r>
          </a:p>
        </p:txBody>
      </p:sp>
      <p:sp>
        <p:nvSpPr>
          <p:cNvPr id="3" name="TextBox 2"/>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dpi="0" rotWithShape="1">
          <a:blip r:embed="rId2"/>
          <a:stretch>
            <a:fillRect/>
          </a:stretch>
        </a:blipFill>
        <a:effectLst/>
      </p:bgPr>
    </p:bg>
    <p:spTree>
      <p:nvGrpSpPr>
        <p:cNvPr id="1" name=""/>
        <p:cNvGrpSpPr/>
        <p:nvPr/>
      </p:nvGrpSpPr>
      <p:grpSpPr/>
      <p:sp>
        <p:nvSpPr>
          <p:cNvPr id="2" name="TextBox 1"/>
          <p:cNvSpPr txBox="1"/>
          <p:nvPr/>
        </p:nvSpPr>
        <p:spPr>
          <a:xfrm>
            <a:off x="914400" y="5029200"/>
            <a:ext cx="10332720" cy="1097280"/>
          </a:xfrm>
          <a:prstGeom prst="rect">
            <a:avLst/>
          </a:prstGeom>
          <a:noFill/>
        </p:spPr>
        <p:txBody>
          <a:bodyPr wrap="none">
            <a:spAutoFit/>
          </a:bodyPr>
          <a:lstStyle/>
          <a:p>
            <a:r>
              <a:rPr sz="3600">
                <a:solidFill>
                  <a:srgbClr val="000000"/>
                </a:solidFill>
              </a:rPr>
              <a:t>Picture background with text over it</a:t>
            </a:r>
          </a:p>
        </p:txBody>
      </p:sp>
      <p:sp>
        <p:nvSpPr>
          <p:cNvPr id="3" name="TextBox 2"/>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12</a:t>
            </a:fld>
          </a:p>
        </p:txBody>
      </p:sp>
    </p:spTree>
  </p:cSld>
  <p:clrMapOvr>
    <a:masterClrMapping/>
  </p:clrMapOvr>
  <p:transition spd="slow">
    <p:randomBar dir="vert"/>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content layout</a:t>
            </a:r>
          </a:p>
        </p:txBody>
      </p:sp>
      <p:sp>
        <p:nvSpPr>
          <p:cNvPr id="3" name="Content Placeholder 2"/>
          <p:cNvSpPr>
            <a:spLocks noGrp="1"/>
          </p:cNvSpPr>
          <p:nvPr>
            <p:ph idx="1" sz="half"/>
          </p:nvPr>
        </p:nvSpPr>
        <p:spPr/>
        <p:txBody>
          <a:bodyPr/>
          <a:lstStyle/>
          <a:p>
            <a:r>
              <a:t>Left column</a:t>
            </a:r>
          </a:p>
          <a:p>
            <a:r>
              <a:t>with two lines</a:t>
            </a:r>
          </a:p>
        </p:txBody>
      </p:sp>
      <p:sp>
        <p:nvSpPr>
          <p:cNvPr id="4" name="Content Placeholder 3"/>
          <p:cNvSpPr>
            <a:spLocks noGrp="1"/>
          </p:cNvSpPr>
          <p:nvPr>
            <p:ph idx="2" sz="half"/>
          </p:nvPr>
        </p:nvSpPr>
        <p:spPr/>
        <p:txBody>
          <a:bodyPr/>
          <a:lstStyle/>
          <a:p>
            <a:r>
              <a:t>Right column</a:t>
            </a:r>
          </a:p>
          <a:p>
            <a:r>
              <a:t>• and a bullet</a:t>
            </a:r>
          </a:p>
        </p:txBody>
      </p:sp>
      <p:sp>
        <p:nvSpPr>
          <p:cNvPr id="5" name="TextBox 4"/>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layout</a:t>
            </a:r>
          </a:p>
        </p:txBody>
      </p:sp>
      <p:sp>
        <p:nvSpPr>
          <p:cNvPr id="3" name="Text Placeholder 2"/>
          <p:cNvSpPr>
            <a:spLocks noGrp="1"/>
          </p:cNvSpPr>
          <p:nvPr>
            <p:ph type="body" idx="1"/>
          </p:nvPr>
        </p:nvSpPr>
        <p:spPr/>
        <p:txBody>
          <a:bodyPr/>
          <a:lstStyle/>
          <a:p>
            <a:r>
              <a:t>Placeholder 1</a:t>
            </a:r>
          </a:p>
        </p:txBody>
      </p:sp>
      <p:sp>
        <p:nvSpPr>
          <p:cNvPr id="4" name="Content Placeholder 3"/>
          <p:cNvSpPr>
            <a:spLocks noGrp="1"/>
          </p:cNvSpPr>
          <p:nvPr>
            <p:ph idx="2" sz="half"/>
          </p:nvPr>
        </p:nvSpPr>
        <p:spPr/>
        <p:txBody>
          <a:bodyPr/>
          <a:lstStyle/>
          <a:p>
            <a:r>
              <a:t>Placeholder 2</a:t>
            </a:r>
          </a:p>
        </p:txBody>
      </p:sp>
      <p:sp>
        <p:nvSpPr>
          <p:cNvPr id="5" name="Text Placeholder 4"/>
          <p:cNvSpPr>
            <a:spLocks noGrp="1"/>
          </p:cNvSpPr>
          <p:nvPr>
            <p:ph type="body" idx="3" sz="quarter"/>
          </p:nvPr>
        </p:nvSpPr>
        <p:spPr/>
        <p:txBody>
          <a:bodyPr/>
          <a:lstStyle/>
          <a:p>
            <a:r>
              <a:t>Placeholder 3</a:t>
            </a:r>
          </a:p>
        </p:txBody>
      </p:sp>
      <p:sp>
        <p:nvSpPr>
          <p:cNvPr id="6" name="Content Placeholder 5"/>
          <p:cNvSpPr>
            <a:spLocks noGrp="1"/>
          </p:cNvSpPr>
          <p:nvPr>
            <p:ph idx="4" sz="quarter"/>
          </p:nvPr>
        </p:nvSpPr>
        <p:spPr/>
        <p:txBody>
          <a:bodyPr/>
          <a:lstStyle/>
          <a:p>
            <a:r>
              <a:t>Placeholder 4</a:t>
            </a:r>
          </a:p>
        </p:txBody>
      </p:sp>
      <p:sp>
        <p:nvSpPr>
          <p:cNvPr id="7" name="TextBox 6"/>
          <p:cNvSpPr txBox="1"/>
          <p:nvPr/>
        </p:nvSpPr>
        <p:spPr>
          <a:xfrm>
            <a:off x="10881360" y="6446520"/>
            <a:ext cx="1097280" cy="320040"/>
          </a:xfrm>
          <a:prstGeom prst="rect">
            <a:avLst/>
          </a:prstGeom>
          <a:noFill/>
        </p:spPr>
        <p:txBody>
          <a:bodyPr wrap="none">
            <a:spAutoFit/>
          </a:bodyPr>
          <a:lstStyle/>
          <a:p>
            <a:pPr algn="r"/>
            <a:fld id="{B6F15528-21DE-4FAA-801E-634DDDAF4B2B}" type="slidenum">
              <a:rPr lang="en-GB" sz="1000"/>
              <a:t>14</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