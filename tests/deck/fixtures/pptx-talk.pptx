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GFOffice on the Amiga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OpenPresentation reads 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Titles and bullet lists</a:t>
            </a:r>
          </a:p>
          <a:p>
            <a:pPr lvl="1"/>
            <a:r>
              <a:t>A second level</a:t>
            </a:r>
          </a:p>
          <a:p>
            <a:pPr lvl="2"/>
            <a:r>
              <a:t>A third level</a:t>
            </a:r>
          </a:p>
          <a:p>
            <a:pPr/>
            <a:r>
              <a:t>Text boxes and shapes</a:t>
            </a:r>
          </a:p>
          <a:p>
            <a:pPr/>
            <a:r>
              <a:t>Pictures and tables</a:t>
            </a:r>
          </a:p>
        </p:txBody>
      </p:sp>
    </p:spTree>
  </p:cSld>
  <p:clrMapOvr>
    <a:masterClrMapping/>
  </p:clrMapOvr>
  <p:transition spd="fast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</a:t>
            </a:r>
          </a:p>
        </p:txBody>
      </p:sp>
      <p:sp>
        <p:nvSpPr>
          <p:cNvPr id="3" name="Note"/>
          <p:cNvSpPr txBox="1"/>
          <p:nvPr/>
        </p:nvSpPr>
        <p:spPr>
          <a:xfrm>
            <a:off x="457200" y="13716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text box with </a:t>
            </a:r>
            <a:r>
              <a:rPr b="1">
                <a:solidFill>
                  <a:srgbClr val="C00000"/>
                </a:solidFill>
              </a:rPr>
              <a:t>bold red</a:t>
            </a:r>
            <a:r>
              <a:t> words</a:t>
            </a:r>
          </a:p>
          <a:p>
            <a:pPr algn="ctr"/>
            <a:r>
              <a:rPr sz="2400" i="1"/>
              <a:t>Second line, centred</a:t>
            </a:r>
          </a:p>
        </p:txBody>
      </p:sp>
      <p:sp>
        <p:nvSpPr>
          <p:cNvPr id="4" name="Box"/>
          <p:cNvSpPr/>
          <p:nvPr/>
        </p:nvSpPr>
        <p:spPr>
          <a:xfrm>
            <a:off x="457200" y="2743200"/>
            <a:ext cx="2286000" cy="1371600"/>
          </a:xfrm>
          <a:prstGeom prst="rect">
            <a:avLst/>
          </a:prstGeom>
          <a:solidFill>
            <a:srgbClr val="1F38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Rectangle</a:t>
            </a:r>
          </a:p>
        </p:txBody>
      </p:sp>
      <p:sp>
        <p:nvSpPr>
          <p:cNvPr id="5" name="Ellipse"/>
          <p:cNvSpPr/>
          <p:nvPr/>
        </p:nvSpPr>
        <p:spPr>
          <a:xfrm>
            <a:off x="3200400" y="2743200"/>
            <a:ext cx="1828800" cy="1371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Ellipse</a:t>
            </a:r>
          </a:p>
        </p:txBody>
      </p:sp>
      <p:sp>
        <p:nvSpPr>
          <p:cNvPr id="6" name="Rounded"/>
          <p:cNvSpPr/>
          <p:nvPr/>
        </p:nvSpPr>
        <p:spPr>
          <a:xfrm>
            <a:off x="5486400" y="2743200"/>
            <a:ext cx="2286000" cy="1371600"/>
          </a:xfrm>
          <a:prstGeom prst="round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Rounded</a:t>
            </a:r>
          </a:p>
        </p:txBody>
      </p:sp>
      <p:sp>
        <p:nvSpPr>
          <p:cNvPr id="7" name="Triangle"/>
          <p:cNvSpPr/>
          <p:nvPr/>
        </p:nvSpPr>
        <p:spPr>
          <a:xfrm>
            <a:off x="8229600" y="2743200"/>
            <a:ext cx="1371600" cy="137160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"/>
          <p:cNvSpPr/>
          <p:nvPr/>
        </p:nvSpPr>
        <p:spPr>
          <a:xfrm>
            <a:off x="10058400" y="2743200"/>
            <a:ext cx="1371600" cy="137160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ext"/>
          <p:cNvSpPr/>
          <p:nvPr/>
        </p:nvSpPr>
        <p:spPr>
          <a:xfrm>
            <a:off x="457200" y="4754880"/>
            <a:ext cx="2743200" cy="9144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Next</a:t>
            </a:r>
          </a:p>
        </p:txBody>
      </p:sp>
      <p:cxnSp>
        <p:nvCxnSpPr>
          <p:cNvPr id="10" name="Line"/>
          <p:cNvCxnSpPr/>
          <p:nvPr/>
        </p:nvCxnSpPr>
        <p:spPr>
          <a:xfrm>
            <a:off x="3657600" y="5212080"/>
            <a:ext cx="3657600" cy="731520"/>
          </a:xfrm>
          <a:prstGeom prst="line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 advTm="5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picture and a table</a:t>
            </a:r>
          </a:p>
        </p:txBody>
      </p:sp>
      <p:pic>
        <p:nvPicPr>
          <p:cNvPr id="3" name="Quarters" descr="Four coloured quart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3657600" cy="27432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463040"/>
          <a:ext cx="6858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Saves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OpenWrite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DOCX ODT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DOCX ODT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OpenPresentation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PPTX ODP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ODP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grpSp>
        <p:nvGrpSpPr>
          <p:cNvPr id="2" name="Pair"/>
          <p:cNvGrpSpPr/>
          <p:nvPr/>
        </p:nvGrpSpPr>
        <p:grpSpPr>
          <a:xfrm>
            <a:off x="914400" y="914400"/>
            <a:ext cx="4572000" cy="914400"/>
            <a:chOff x="914400" y="914400"/>
            <a:chExt cx="4572000" cy="914400"/>
          </a:xfrm>
        </p:grpSpPr>
        <p:sp>
          <p:nvSpPr>
            <p:cNvPr id="3" name="Left"/>
            <p:cNvSpPr/>
            <p:nvPr/>
          </p:nvSpPr>
          <p:spPr>
            <a:xfrm>
              <a:off x="914400" y="914400"/>
              <a:ext cx="18288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"/>
            <p:cNvSpPr/>
            <p:nvPr/>
          </p:nvSpPr>
          <p:spPr>
            <a:xfrm>
              <a:off x="3657600" y="914400"/>
              <a:ext cx="1828800" cy="914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Backup (hidden)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OpenPresentation PPTX fixture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